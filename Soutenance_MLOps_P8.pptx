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éploiement, Optimisation &amp; Industrialisation MLOps d'un Modèle de Scoring Client" id="{18D76D31-C215-43B7-AA2F-F42121620E58}">
          <p14:sldIdLst>
            <p14:sldId id="2561"/>
          </p14:sldIdLst>
        </p14:section>
        <p14:section name="Contexte &amp; Problématique Métier" id="{0E1A01B3-9297-45B0-B2D8-A63EE83F5C16}">
          <p14:sldIdLst>
            <p14:sldId id="2562"/>
            <p14:sldId id="2563"/>
            <p14:sldId id="2564"/>
          </p14:sldIdLst>
        </p14:section>
        <p14:section name="Architecture Technique &amp; Inférence Haute Performance" id="{9D172F45-3EF0-4B60-B64E-36637C38F852}">
          <p14:sldIdLst>
            <p14:sldId id="2565"/>
            <p14:sldId id="2566"/>
            <p14:sldId id="2567"/>
            <p14:sldId id="2568"/>
          </p14:sldIdLst>
        </p14:section>
        <p14:section name="Assurance Qualité &amp; Pipeline CI/CD" id="{66586DEC-651E-4206-9E2A-0EED894307A9}">
          <p14:sldIdLst>
            <p14:sldId id="2569"/>
            <p14:sldId id="2570"/>
            <p14:sldId id="2571"/>
          </p14:sldIdLst>
        </p14:section>
        <p14:section name="Observabilité &amp; Monitoring du Data Drift" id="{DC5655EC-E3AF-449A-97EE-337A92A51CC9}">
          <p14:sldIdLst>
            <p14:sldId id="2572"/>
            <p14:sldId id="2573"/>
            <p14:sldId id="2574"/>
          </p14:sldIdLst>
        </p14:section>
        <p14:section name="Diagnostic MLOps &amp; Perspectives" id="{CD13B9BD-0202-49BE-B5BE-5B83D7D4B8B4}">
          <p14:sldIdLst>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01FD20-CFB0-48F1-A44F-D6F7388FAADA}" type="datetimeFigureOut">
              <a:t>30/07/2026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299E57-C921-4ED5-AEF2-34A40938851A}" type="slidenum">
              <a:t>‹N°›</a:t>
            </a:fld>
            <a:endParaRPr lang="en-US"/>
          </a:p>
        </p:txBody>
      </p:sp>
    </p:spTree>
    <p:extLst>
      <p:ext uri="{BB962C8B-B14F-4D97-AF65-F5344CB8AC3E}">
        <p14:creationId xmlns:p14="http://schemas.microsoft.com/office/powerpoint/2010/main" val="4044477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contenu généré par l’IA peut être incorrect.
---
</a:t>
            </a:r>
          </a:p>
        </p:txBody>
      </p:sp>
      <p:sp>
        <p:nvSpPr>
          <p:cNvPr id="4" name="Slide Number Placeholder 3"/>
          <p:cNvSpPr>
            <a:spLocks noGrp="1"/>
          </p:cNvSpPr>
          <p:nvPr>
            <p:ph type="sldNum" sz="quarter" idx="5"/>
          </p:nvPr>
        </p:nvSpPr>
        <p:spPr/>
        <p:txBody>
          <a:bodyPr/>
          <a:lstStyle/>
          <a:p>
            <a:fld id="{58FBDD68-3682-478D-8462-86BAB8F49996}" type="slidenum">
              <a:t>1</a:t>
            </a:fld>
            <a:endParaRPr lang="en-US"/>
          </a:p>
        </p:txBody>
      </p:sp>
    </p:spTree>
    <p:extLst>
      <p:ext uri="{BB962C8B-B14F-4D97-AF65-F5344CB8AC3E}">
        <p14:creationId xmlns:p14="http://schemas.microsoft.com/office/powerpoint/2010/main" val="1202826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Titre &amp; Introduction, Le Besoin Métier &amp; Les Enjeux MLOps</a:t>
            </a:r>
          </a:p>
        </p:txBody>
      </p:sp>
      <p:sp>
        <p:nvSpPr>
          <p:cNvPr id="4" name="Slide Number Placeholder 3"/>
          <p:cNvSpPr>
            <a:spLocks noGrp="1"/>
          </p:cNvSpPr>
          <p:nvPr>
            <p:ph type="sldNum" sz="quarter" idx="5"/>
          </p:nvPr>
        </p:nvSpPr>
        <p:spPr/>
        <p:txBody>
          <a:bodyPr/>
          <a:lstStyle/>
          <a:p>
            <a:fld id="{58FBDD68-3682-478D-8462-86BAB8F49996}" type="slidenum">
              <a:t>2</a:t>
            </a:fld>
            <a:endParaRPr lang="en-US"/>
          </a:p>
        </p:txBody>
      </p:sp>
    </p:spTree>
    <p:extLst>
      <p:ext uri="{BB962C8B-B14F-4D97-AF65-F5344CB8AC3E}">
        <p14:creationId xmlns:p14="http://schemas.microsoft.com/office/powerpoint/2010/main" val="3902537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Cette présentation de soutenance MLOps porte sur le déploiement, l’optimisation et l’industrialisation d’un modèle de scoring client. L’objectif principal est de démontrer comment un modèle de machine learning peut évoluer d’un simple artefact de data science vers un véritable service de production exploitable en temps réel. Le projet s’appuie sur un modèle XGBoost destiné à fournir des scores clients via une API REST exposée sur une infrastructure conteneurisée. La démarche couvre l’ensemble du cycle MLOps : mise à disposition des prédictions, optimisation des performances d’inférence, journalisation des événements, supervision de la qualité des données et surveillance continue du comportement du modèle. L’approche retenue associe FastAPI pour l’exposition du service, ONNX Runtime pour l’accélération de l’inférence et Evidently AI pour la détection proactive de dérives. Le flux opérationnel suit une logique simple mais essentielle : les données entrent dans l’API, le moteur d’inférence produit une prédiction, les événements sont enregistrés dans des logs structurés puis analysés afin d’alimenter les mécanismes de monitoring. Cette architecture favorise la portabilité, l’automatisation et la gouvernance du modèle en production. La soutenance met également en évidence la manière dont les exigences métiers, les contraintes techniques et les bonnes pratiques MLOps convergent pour offrir un système robuste, observable et performant. Elle démontre enfin l’importance de construire dès le départ des mécanismes de contrôle garantissant la fiabilité des prédictions et la capacité à détecter rapidement les changements susceptibles d’impacter la qualité décisionnelle du modèle.</a:t>
            </a:r>
          </a:p>
        </p:txBody>
      </p:sp>
      <p:sp>
        <p:nvSpPr>
          <p:cNvPr id="4" name="Slide Number Placeholder 3"/>
          <p:cNvSpPr>
            <a:spLocks noGrp="1"/>
          </p:cNvSpPr>
          <p:nvPr>
            <p:ph type="sldNum" sz="quarter" idx="5"/>
          </p:nvPr>
        </p:nvSpPr>
        <p:spPr/>
        <p:txBody>
          <a:bodyPr/>
          <a:lstStyle/>
          <a:p>
            <a:fld id="{58FBDD68-3682-478D-8462-86BAB8F49996}" type="slidenum">
              <a:t>3</a:t>
            </a:fld>
            <a:endParaRPr lang="en-US"/>
          </a:p>
        </p:txBody>
      </p:sp>
    </p:spTree>
    <p:extLst>
      <p:ext uri="{BB962C8B-B14F-4D97-AF65-F5344CB8AC3E}">
        <p14:creationId xmlns:p14="http://schemas.microsoft.com/office/powerpoint/2010/main" val="494480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 besoin métier consiste à rendre disponible un modèle de scoring client capable de répondre à des sollicitations temps réel. Dans un contexte décisionnel, les utilisateurs ou applications consommatrices attendent des prédictions rapides et fiables afin de prendre des décisions instantanées. Cette exigence impose une démarche MLOps structurée dépassant largement la simple phase d’entraînement du modèle. Trois défis techniques majeurs ont été identifiés. Premièrement, la performance et le respect du SLA imposent de servir des prédictions avec une latence inférieure à 5 millisecondes afin de garantir une expérience utilisateur fluide et compatible avec des applications temps réel. Deuxièmement, la conteneurisation et l’automatisation sont indispensables pour assurer la portabilité du système, reproduire les environnements d’exécution et faciliter les déploiements continus via Docker et des pipelines CI/CD. Troisièmement, l’observabilité constitue une exigence essentielle pour comprendre le comportement du système en production. Cela implique la collecte systématique des événements, la mesure de la latence, l’analyse des usages et la détection des phénomènes de dérive des données ou des prédictions. Une architecture MLOps efficace doit répondre simultanément à ces trois enjeux. Elle doit permettre de maintenir les performances opérationnelles, de sécuriser les évolutions du code et de garantir la qualité continue du modèle malgré les changements de comportement des utilisateurs ou des données d’entrée. Cette vision intégrée constitue le fondement de l’industrialisation réussie d’une solution d’intelligence artificielle.</a:t>
            </a:r>
          </a:p>
        </p:txBody>
      </p:sp>
      <p:sp>
        <p:nvSpPr>
          <p:cNvPr id="4" name="Slide Number Placeholder 3"/>
          <p:cNvSpPr>
            <a:spLocks noGrp="1"/>
          </p:cNvSpPr>
          <p:nvPr>
            <p:ph type="sldNum" sz="quarter" idx="5"/>
          </p:nvPr>
        </p:nvSpPr>
        <p:spPr/>
        <p:txBody>
          <a:bodyPr/>
          <a:lstStyle/>
          <a:p>
            <a:fld id="{58FBDD68-3682-478D-8462-86BAB8F49996}" type="slidenum">
              <a:t>4</a:t>
            </a:fld>
            <a:endParaRPr lang="en-US"/>
          </a:p>
        </p:txBody>
      </p:sp>
    </p:spTree>
    <p:extLst>
      <p:ext uri="{BB962C8B-B14F-4D97-AF65-F5344CB8AC3E}">
        <p14:creationId xmlns:p14="http://schemas.microsoft.com/office/powerpoint/2010/main" val="2105184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Architecture Globale du Système, Optimisation du Modèle : Passage vers ONNX, Conception de l’API FastAPI</a:t>
            </a:r>
          </a:p>
        </p:txBody>
      </p:sp>
      <p:sp>
        <p:nvSpPr>
          <p:cNvPr id="4" name="Slide Number Placeholder 3"/>
          <p:cNvSpPr>
            <a:spLocks noGrp="1"/>
          </p:cNvSpPr>
          <p:nvPr>
            <p:ph type="sldNum" sz="quarter" idx="5"/>
          </p:nvPr>
        </p:nvSpPr>
        <p:spPr/>
        <p:txBody>
          <a:bodyPr/>
          <a:lstStyle/>
          <a:p>
            <a:fld id="{58FBDD68-3682-478D-8462-86BAB8F49996}" type="slidenum">
              <a:t>5</a:t>
            </a:fld>
            <a:endParaRPr lang="en-US"/>
          </a:p>
        </p:txBody>
      </p:sp>
    </p:spTree>
    <p:extLst>
      <p:ext uri="{BB962C8B-B14F-4D97-AF65-F5344CB8AC3E}">
        <p14:creationId xmlns:p14="http://schemas.microsoft.com/office/powerpoint/2010/main" val="4119197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L’architecture globale du système repose sur une séparation claire des responsabilités entre les composants applicatifs et les mécanismes de supervision. Les requêtes sont d’abord générées par un client ou un simulateur de trafic destiné à reproduire des conditions proches de la production. Elles sont ensuite reçues par une API FastAPI exécutée dans un environnement conteneurisé, pouvant être déployée sur Docker ou une plateforme cloud comme Render. L’API transmet les données au moteur d’inférence ONNX Runtime, chargé d’exécuter le modèle optimisé avec un minimum de latence. Chaque prédiction est accompagnée d’informations de contexte incluant les données d’entrée, l’horodatage de la requête et le temps d’exécution. Ces éléments sont conservés dans un fichier de journalisation structuré nommé predictions.jsonl. Cette stratégie de logging constitue le socle de l’observabilité du système et permet d’analyser ultérieurement l’activité réelle. Les données enregistrées servent ensuite d’entrée à un processus d’analyse dédié à la détection de dérives. Un script spécialisé analyse périodiquement les distributions observées et génère un rapport Evidently AI permettant de visualiser l’évolution des données et des prédictions. L’ensemble du dispositif favorise la traçabilité, la supervision et l’amélioration continue du service de scoring. Cette architecture illustre les principes essentiels de l’ingénierie MLOps moderne : découplage des composants, automatisation de l’exploitation, supervision des performances et inspection continue de la qualité des données.</a:t>
            </a:r>
          </a:p>
        </p:txBody>
      </p:sp>
      <p:sp>
        <p:nvSpPr>
          <p:cNvPr id="4" name="Slide Number Placeholder 3"/>
          <p:cNvSpPr>
            <a:spLocks noGrp="1"/>
          </p:cNvSpPr>
          <p:nvPr>
            <p:ph type="sldNum" sz="quarter" idx="5"/>
          </p:nvPr>
        </p:nvSpPr>
        <p:spPr/>
        <p:txBody>
          <a:bodyPr/>
          <a:lstStyle/>
          <a:p>
            <a:fld id="{58FBDD68-3682-478D-8462-86BAB8F49996}" type="slidenum">
              <a:t>6</a:t>
            </a:fld>
            <a:endParaRPr lang="en-US"/>
          </a:p>
        </p:txBody>
      </p:sp>
    </p:spTree>
    <p:extLst>
      <p:ext uri="{BB962C8B-B14F-4D97-AF65-F5344CB8AC3E}">
        <p14:creationId xmlns:p14="http://schemas.microsoft.com/office/powerpoint/2010/main" val="711147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L’une des étapes clés du projet concerne l’optimisation du modèle afin d’atteindre les objectifs de performance imposés par le SLA. Le pipeline d’origine, construit autour d’outils Scikit-Learn et Joblib, présentait des limitations en matière de latence et de dépendances d’exécution. Pour résoudre cette problématique, le modèle XGBoost ainsi que les étapes de prétraitement ont été exportés au format ONNX. Cette conversion permet de bénéficier d’un moteur d’exécution spécialisé, plus léger et plus performant pour l’inférence. Les gains observés sont significatifs. La taille de l’artefact passe d’environ 804 Ko à 279 Ko, ce qui représente une réduction proche de 65 %. La latence P95 diminue fortement et reste inférieure à 5 millisecondes, répondant ainsi aux exigences métiers. L’empreinte mémoire est également réduite grâce à la suppression d’un grand nombre de dépendances Python au profit d’un moteur ONNX dédié. Au-delà de l’amélioration des performances, cette démarche simplifie également les déploiements et renforce la portabilité. Dans une perspective MLOps, ONNX constitue donc un levier puissant d’industrialisation grâce à la standardisation des modèles et à l’optimisation de l’exécution.</a:t>
            </a:r>
          </a:p>
        </p:txBody>
      </p:sp>
      <p:sp>
        <p:nvSpPr>
          <p:cNvPr id="4" name="Slide Number Placeholder 3"/>
          <p:cNvSpPr>
            <a:spLocks noGrp="1"/>
          </p:cNvSpPr>
          <p:nvPr>
            <p:ph type="sldNum" sz="quarter" idx="5"/>
          </p:nvPr>
        </p:nvSpPr>
        <p:spPr/>
        <p:txBody>
          <a:bodyPr/>
          <a:lstStyle/>
          <a:p>
            <a:fld id="{58FBDD68-3682-478D-8462-86BAB8F49996}" type="slidenum">
              <a:t>7</a:t>
            </a:fld>
            <a:endParaRPr lang="en-US"/>
          </a:p>
        </p:txBody>
      </p:sp>
    </p:spTree>
    <p:extLst>
      <p:ext uri="{BB962C8B-B14F-4D97-AF65-F5344CB8AC3E}">
        <p14:creationId xmlns:p14="http://schemas.microsoft.com/office/powerpoint/2010/main" val="2948284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L’API constitue le point d’entrée principal du service de scoring et joue un rôle central dans la chaîne de valeur. Le choix de FastAPI s’explique par sa rapidité, sa compatibilité native avec les architectures asynchrones et sa simplicité d’intégration dans des environnements cloud modernes. L’API expose plusieurs endpoints, notamment un service de prédiction et un endpoint de santé destiné à la supervision automatisée. La validation des données d’entrée repose sur Pydantic, garantissant la conformité des schémas et la détection précoce d’erreurs. Cette approche améliore la robustesse globale du système et réduit les risques liés à la qualité des données reçues. Un middleware spécifique mesure également le temps d’exécution de chaque requête et enregistre la métrique latency_ms dans les logs. Cette instrumentation fournit une visibilité directe sur les performances réelles du service en production. L’endpoint /health permet aux outils de supervision de vérifier rapidement l’état de l’application et la disponibilité du moteur ONNX Runtime. Grâce à cette conception, l’API répond simultanément à des exigences de performance, de qualité logicielle, de maintenabilité et d’observabilité.</a:t>
            </a:r>
          </a:p>
        </p:txBody>
      </p:sp>
      <p:sp>
        <p:nvSpPr>
          <p:cNvPr id="4" name="Slide Number Placeholder 3"/>
          <p:cNvSpPr>
            <a:spLocks noGrp="1"/>
          </p:cNvSpPr>
          <p:nvPr>
            <p:ph type="sldNum" sz="quarter" idx="5"/>
          </p:nvPr>
        </p:nvSpPr>
        <p:spPr/>
        <p:txBody>
          <a:bodyPr/>
          <a:lstStyle/>
          <a:p>
            <a:fld id="{58FBDD68-3682-478D-8462-86BAB8F49996}" type="slidenum">
              <a:t>8</a:t>
            </a:fld>
            <a:endParaRPr lang="en-US"/>
          </a:p>
        </p:txBody>
      </p:sp>
    </p:spTree>
    <p:extLst>
      <p:ext uri="{BB962C8B-B14F-4D97-AF65-F5344CB8AC3E}">
        <p14:creationId xmlns:p14="http://schemas.microsoft.com/office/powerpoint/2010/main" val="996354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Tests Automatisés &amp; Respect du SLA, Automatisation CI/CD avec GitHub Actions</a:t>
            </a:r>
          </a:p>
        </p:txBody>
      </p:sp>
      <p:sp>
        <p:nvSpPr>
          <p:cNvPr id="4" name="Slide Number Placeholder 3"/>
          <p:cNvSpPr>
            <a:spLocks noGrp="1"/>
          </p:cNvSpPr>
          <p:nvPr>
            <p:ph type="sldNum" sz="quarter" idx="5"/>
          </p:nvPr>
        </p:nvSpPr>
        <p:spPr/>
        <p:txBody>
          <a:bodyPr/>
          <a:lstStyle/>
          <a:p>
            <a:fld id="{58FBDD68-3682-478D-8462-86BAB8F49996}" type="slidenum">
              <a:t>9</a:t>
            </a:fld>
            <a:endParaRPr lang="en-US"/>
          </a:p>
        </p:txBody>
      </p:sp>
    </p:spTree>
    <p:extLst>
      <p:ext uri="{BB962C8B-B14F-4D97-AF65-F5344CB8AC3E}">
        <p14:creationId xmlns:p14="http://schemas.microsoft.com/office/powerpoint/2010/main" val="784347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qualité logicielle constitue un pilier fondamental de la démarche MLOps mise en œuvre dans ce projet. Pour réduire les risques lors des déploiements et garantir la stabilité du système, une stratégie de tests automatisés a été développée autour de Pytest. Les tests d’intégration vérifient le bon fonctionnement des endpoints principaux, notamment /health et /predict. Ils permettent de s’assurer que les comportements attendus sont respectés même après des évolutions du code. Des tests unitaires de non-régression garantissent également que les résultats fournis par le modèle restent cohérents après des modifications du pipeline ou des dépendances. L’aspect le plus critique concerne toutefois la validation du SLA de performance. Des tests automatisés mesurent le temps d’inférence afin de vérifier que chaque prédiction respecte l’objectif strict fixé à moins de 5 millisecondes. Cette pratique permet d’intégrer les exigences métiers directement dans le processus qualité. Les résultats de test servent alors de garde-fous avant chaque déploiement. En industrialisation MLOps, cette surveillance préventive des performances est essentielle pour éviter les régressions susceptibles d’affecter les utilisateurs finaux.</a:t>
            </a:r>
          </a:p>
        </p:txBody>
      </p:sp>
      <p:sp>
        <p:nvSpPr>
          <p:cNvPr id="4" name="Slide Number Placeholder 3"/>
          <p:cNvSpPr>
            <a:spLocks noGrp="1"/>
          </p:cNvSpPr>
          <p:nvPr>
            <p:ph type="sldNum" sz="quarter" idx="5"/>
          </p:nvPr>
        </p:nvSpPr>
        <p:spPr/>
        <p:txBody>
          <a:bodyPr/>
          <a:lstStyle/>
          <a:p>
            <a:fld id="{58FBDD68-3682-478D-8462-86BAB8F49996}" type="slidenum">
              <a:t>10</a:t>
            </a:fld>
            <a:endParaRPr lang="en-US"/>
          </a:p>
        </p:txBody>
      </p:sp>
    </p:spTree>
    <p:extLst>
      <p:ext uri="{BB962C8B-B14F-4D97-AF65-F5344CB8AC3E}">
        <p14:creationId xmlns:p14="http://schemas.microsoft.com/office/powerpoint/2010/main" val="3999363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L’automatisation du cycle de livraison permet de fiabiliser les déploiements et d’accélérer la mise en production des évolutions. Le pipeline CI/CD repose sur GitHub Actions et s’appuie sur plusieurs étapes automatisées. Lors de chaque modification du code, une phase d’intégration continue installe les dépendances, exécute les outils de contrôle qualité et lance les suites de tests. Cette étape garantit que seules les versions conformes progressent vers la phase suivante. Lorsque les validations sont satisfaisantes, la chaîne de déploiement construit automatiquement une image Docker intégrant l’application FastAPI et le moteur d’inférence ONNX. Cette image devient alors l’unité standardisée de déploiement sur les différentes infrastructures. Enfin, la phase de déploiement continu met à jour automatiquement l’environnement cible sur Render à condition que toutes les vérifications soient réussies. Cette approche apporte plusieurs bénéfices : réduction des erreurs humaines, reproductibilité des déploiements, accélération des mises à jour et amélioration de la gouvernance logicielle. Le pipeline devient ainsi un composant stratégique du dispositif MLOps, garantissant la cohérence entre développement, validation et exploitation.</a:t>
            </a:r>
          </a:p>
        </p:txBody>
      </p:sp>
      <p:sp>
        <p:nvSpPr>
          <p:cNvPr id="4" name="Slide Number Placeholder 3"/>
          <p:cNvSpPr>
            <a:spLocks noGrp="1"/>
          </p:cNvSpPr>
          <p:nvPr>
            <p:ph type="sldNum" sz="quarter" idx="5"/>
          </p:nvPr>
        </p:nvSpPr>
        <p:spPr/>
        <p:txBody>
          <a:bodyPr/>
          <a:lstStyle/>
          <a:p>
            <a:fld id="{58FBDD68-3682-478D-8462-86BAB8F49996}" type="slidenum">
              <a:t>11</a:t>
            </a:fld>
            <a:endParaRPr lang="en-US"/>
          </a:p>
        </p:txBody>
      </p:sp>
    </p:spTree>
    <p:extLst>
      <p:ext uri="{BB962C8B-B14F-4D97-AF65-F5344CB8AC3E}">
        <p14:creationId xmlns:p14="http://schemas.microsoft.com/office/powerpoint/2010/main" val="3733760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Stratégie de Logging &amp; Simulation, Analyse du Data Drift avec Evidently AI</a:t>
            </a:r>
          </a:p>
        </p:txBody>
      </p:sp>
      <p:sp>
        <p:nvSpPr>
          <p:cNvPr id="4" name="Slide Number Placeholder 3"/>
          <p:cNvSpPr>
            <a:spLocks noGrp="1"/>
          </p:cNvSpPr>
          <p:nvPr>
            <p:ph type="sldNum" sz="quarter" idx="5"/>
          </p:nvPr>
        </p:nvSpPr>
        <p:spPr/>
        <p:txBody>
          <a:bodyPr/>
          <a:lstStyle/>
          <a:p>
            <a:fld id="{58FBDD68-3682-478D-8462-86BAB8F49996}" type="slidenum">
              <a:t>12</a:t>
            </a:fld>
            <a:endParaRPr lang="en-US"/>
          </a:p>
        </p:txBody>
      </p:sp>
    </p:spTree>
    <p:extLst>
      <p:ext uri="{BB962C8B-B14F-4D97-AF65-F5344CB8AC3E}">
        <p14:creationId xmlns:p14="http://schemas.microsoft.com/office/powerpoint/2010/main" val="4258380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L’observabilité du système repose sur une stratégie de journalisation complète destinée à capturer toutes les informations nécessaires à l’analyse opérationnelle. Chaque requête traitée par l’API génère une entrée dans le fichier predictions.jsonl. Les éléments enregistrés incluent l’horodatage, les caractéristiques d’entrée, la prédiction générée ainsi que la latence associée. Cette granularité fournit une vision détaillée de l’activité réelle du système et facilite les investigations en cas d’incident. Afin de reproduire des conditions proches de la production, un script nommé simulate_traffic.py génère des requêtes en continu. Cette approche permet d’évaluer le comportement du service sous charge, de vérifier le respect du SLA et d’alimenter la chaîne d’observabilité avec des données représentatives. Les informations collectées peuvent ensuite être utilisées pour analyser les tendances, identifier des anomalies ou détecter des changements progressifs dans les distributions observées. Cette combinaison entre simulation de trafic et journalisation structurée constitue un élément clé de la gouvernance opérationnelle du modèle.</a:t>
            </a:r>
          </a:p>
        </p:txBody>
      </p:sp>
      <p:sp>
        <p:nvSpPr>
          <p:cNvPr id="4" name="Slide Number Placeholder 3"/>
          <p:cNvSpPr>
            <a:spLocks noGrp="1"/>
          </p:cNvSpPr>
          <p:nvPr>
            <p:ph type="sldNum" sz="quarter" idx="5"/>
          </p:nvPr>
        </p:nvSpPr>
        <p:spPr/>
        <p:txBody>
          <a:bodyPr/>
          <a:lstStyle/>
          <a:p>
            <a:fld id="{58FBDD68-3682-478D-8462-86BAB8F49996}" type="slidenum">
              <a:t>13</a:t>
            </a:fld>
            <a:endParaRPr lang="en-US"/>
          </a:p>
        </p:txBody>
      </p:sp>
    </p:spTree>
    <p:extLst>
      <p:ext uri="{BB962C8B-B14F-4D97-AF65-F5344CB8AC3E}">
        <p14:creationId xmlns:p14="http://schemas.microsoft.com/office/powerpoint/2010/main" val="2410836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Une fois le modèle déployé, l’un des risques majeurs concerne l’apparition de dérives entre les données utilisées pour l’entraînement et celles observées en production. Pour répondre à cet enjeu, le projet s’appuie sur Evidently AI afin de comparer les distributions historiques et les flux réels. L’analyse couvre notamment le Covariate Shift, c’est-à-dire les changements dans les caractéristiques d’entrée, ainsi que le Target Drift observé sur les prédictions produites. Les données de référence issues de X_train.csv sont confrontées aux informations enregistrées dans les logs de production. Evidently génère alors des rapports détaillés permettant d’identifier visuellement les écarts significatifs. Des histogrammes mettent en évidence les évolutions de variables comme le panier moyen tandis que des graphiques de suivi permettent d’observer d’éventuels changements dans la distribution des scores prédits. Cette surveillance continue offre plusieurs avantages : détection précoce d’anomalies, amélioration de la fiabilité des décisions métier et anticipation des pertes de performance du modèle. L’intégration d’un tel dispositif démontre la maturité MLOps du projet et sa capacité à maintenir durablement la qualité des prédictions en environnement réel.</a:t>
            </a:r>
          </a:p>
        </p:txBody>
      </p:sp>
      <p:sp>
        <p:nvSpPr>
          <p:cNvPr id="4" name="Slide Number Placeholder 3"/>
          <p:cNvSpPr>
            <a:spLocks noGrp="1"/>
          </p:cNvSpPr>
          <p:nvPr>
            <p:ph type="sldNum" sz="quarter" idx="5"/>
          </p:nvPr>
        </p:nvSpPr>
        <p:spPr/>
        <p:txBody>
          <a:bodyPr/>
          <a:lstStyle/>
          <a:p>
            <a:fld id="{58FBDD68-3682-478D-8462-86BAB8F49996}" type="slidenum">
              <a:t>14</a:t>
            </a:fld>
            <a:endParaRPr lang="en-US"/>
          </a:p>
        </p:txBody>
      </p:sp>
    </p:spTree>
    <p:extLst>
      <p:ext uri="{BB962C8B-B14F-4D97-AF65-F5344CB8AC3E}">
        <p14:creationId xmlns:p14="http://schemas.microsoft.com/office/powerpoint/2010/main" val="833539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Stratégie de Réponse au Drift &amp; Bilan</a:t>
            </a:r>
          </a:p>
        </p:txBody>
      </p:sp>
      <p:sp>
        <p:nvSpPr>
          <p:cNvPr id="4" name="Slide Number Placeholder 3"/>
          <p:cNvSpPr>
            <a:spLocks noGrp="1"/>
          </p:cNvSpPr>
          <p:nvPr>
            <p:ph type="sldNum" sz="quarter" idx="5"/>
          </p:nvPr>
        </p:nvSpPr>
        <p:spPr/>
        <p:txBody>
          <a:bodyPr/>
          <a:lstStyle/>
          <a:p>
            <a:fld id="{58FBDD68-3682-478D-8462-86BAB8F49996}" type="slidenum">
              <a:t>15</a:t>
            </a:fld>
            <a:endParaRPr lang="en-US"/>
          </a:p>
        </p:txBody>
      </p:sp>
    </p:spTree>
    <p:extLst>
      <p:ext uri="{BB962C8B-B14F-4D97-AF65-F5344CB8AC3E}">
        <p14:creationId xmlns:p14="http://schemas.microsoft.com/office/powerpoint/2010/main" val="4049685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détection d’une dérive ne constitue que la première étape d’une démarche MLOps complète. Il est essentiel de disposer d’un processus structuré permettant de réagir rapidement et efficacement. La première phase repose sur un diagnostic qualité des données afin de vérifier que les flux ETL et les mécanismes de collecte fonctionnent correctement. Une anomalie technique peut parfois expliquer les changements observés sans remettre en cause la pertinence du modèle. La deuxième étape consiste à réaliser une qualification métier afin de distinguer les phénomènes de saisonnalité ou d’évolution normale du comportement utilisateur d’une véritable rupture structurelle. Cette analyse permet d’éviter des réentraînements inutiles. Enfin, lorsque la dérive s’avère significative, un pipeline automatisé de réentraînement peut être déclenché afin de reconstruire le modèle à partir de données plus récentes puis de vérifier les performances obtenues au regard de métriques comme le F1-score ou l’AUC. Plusieurs pistes d’amélioration complètent cette stratégie : centralisation des journaux dans un stockage cloud de type S3, automatisation des alertes via Slack ou e-mail et recours à une quantification INT8 du modèle ONNX afin d’améliorer encore les temps de réponse. L’ensemble du projet démontre l’importance d’une vision MLOps intégrée où modèle, infrastructure, qualité logicielle et monitoring évoluent de manière coordonnée pour assurer une exploitation durable et performante.</a:t>
            </a:r>
          </a:p>
        </p:txBody>
      </p:sp>
      <p:sp>
        <p:nvSpPr>
          <p:cNvPr id="4" name="Slide Number Placeholder 3"/>
          <p:cNvSpPr>
            <a:spLocks noGrp="1"/>
          </p:cNvSpPr>
          <p:nvPr>
            <p:ph type="sldNum" sz="quarter" idx="5"/>
          </p:nvPr>
        </p:nvSpPr>
        <p:spPr/>
        <p:txBody>
          <a:bodyPr/>
          <a:lstStyle/>
          <a:p>
            <a:fld id="{58FBDD68-3682-478D-8462-86BAB8F49996}" type="slidenum">
              <a:t>16</a:t>
            </a:fld>
            <a:endParaRPr lang="en-US"/>
          </a:p>
        </p:txBody>
      </p:sp>
    </p:spTree>
    <p:extLst>
      <p:ext uri="{BB962C8B-B14F-4D97-AF65-F5344CB8AC3E}">
        <p14:creationId xmlns:p14="http://schemas.microsoft.com/office/powerpoint/2010/main" val="3442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re 1">
    <p:bg>
      <p:bgPr>
        <a:solidFill>
          <a:schemeClr val="accent2"/>
        </a:solidFill>
        <a:effectLst/>
      </p:bgPr>
    </p:bg>
    <p:spTree>
      <p:nvGrpSpPr>
        <p:cNvPr id="1" name=""/>
        <p:cNvGrpSpPr/>
        <p:nvPr/>
      </p:nvGrpSpPr>
      <p:grpSpPr>
        <a:xfrm>
          <a:off x="0" y="0"/>
          <a:ext cx="0" cy="0"/>
          <a:chOff x="0" y="0"/>
          <a:chExt cx="0" cy="0"/>
        </a:xfrm>
      </p:grpSpPr>
      <p:grpSp>
        <p:nvGrpSpPr>
          <p:cNvPr id="16" name="Groupe 15">
            <a:extLst>
              <a:ext uri="{FF2B5EF4-FFF2-40B4-BE49-F238E27FC236}">
                <a16:creationId xmlns:a16="http://schemas.microsoft.com/office/drawing/2014/main" id="{4AD6FAED-931D-338C-E50C-0434E17D2070}"/>
              </a:ext>
            </a:extLst>
          </p:cNvPr>
          <p:cNvGrpSpPr/>
          <p:nvPr/>
        </p:nvGrpSpPr>
        <p:grpSpPr>
          <a:xfrm>
            <a:off x="452064" y="492893"/>
            <a:ext cx="11287872" cy="5876422"/>
            <a:chOff x="521208" y="647905"/>
            <a:chExt cx="11365969" cy="5565740"/>
          </a:xfrm>
        </p:grpSpPr>
        <p:sp>
          <p:nvSpPr>
            <p:cNvPr id="17" name="Forme 4">
              <a:extLst>
                <a:ext uri="{FF2B5EF4-FFF2-40B4-BE49-F238E27FC236}">
                  <a16:creationId xmlns:a16="http://schemas.microsoft.com/office/drawing/2014/main" id="{DCDA1A87-281E-F540-3953-07E4B8710512}"/>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8" name="Forme 3">
              <a:extLst>
                <a:ext uri="{FF2B5EF4-FFF2-40B4-BE49-F238E27FC236}">
                  <a16:creationId xmlns:a16="http://schemas.microsoft.com/office/drawing/2014/main" id="{F1382C23-9234-800E-14C4-49DD5B4A2DF1}"/>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grpSp>
        <p:nvGrpSpPr>
          <p:cNvPr id="4" name="Groupe 3">
            <a:extLst>
              <a:ext uri="{FF2B5EF4-FFF2-40B4-BE49-F238E27FC236}">
                <a16:creationId xmlns:a16="http://schemas.microsoft.com/office/drawing/2014/main" id="{5B67FC65-5AAF-6A23-5752-1C26B207DC72}"/>
              </a:ext>
            </a:extLst>
          </p:cNvPr>
          <p:cNvGrpSpPr/>
          <p:nvPr userDrawn="1"/>
        </p:nvGrpSpPr>
        <p:grpSpPr>
          <a:xfrm>
            <a:off x="452064" y="492893"/>
            <a:ext cx="11287872" cy="5876422"/>
            <a:chOff x="521208" y="647905"/>
            <a:chExt cx="11365969" cy="5565740"/>
          </a:xfrm>
        </p:grpSpPr>
        <p:sp>
          <p:nvSpPr>
            <p:cNvPr id="5" name="Forme 2">
              <a:extLst>
                <a:ext uri="{FF2B5EF4-FFF2-40B4-BE49-F238E27FC236}">
                  <a16:creationId xmlns:a16="http://schemas.microsoft.com/office/drawing/2014/main" id="{043EAAF4-DE2D-970B-4D15-6D36EEAC1744}"/>
                </a:ext>
              </a:extLst>
            </p:cNvPr>
            <p:cNvSpPr/>
            <p:nvPr userDrawn="1"/>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Forme 1">
              <a:extLst>
                <a:ext uri="{FF2B5EF4-FFF2-40B4-BE49-F238E27FC236}">
                  <a16:creationId xmlns:a16="http://schemas.microsoft.com/office/drawing/2014/main" id="{496DF73D-E4E2-469F-D426-591823D792A6}"/>
                </a:ext>
              </a:extLst>
            </p:cNvPr>
            <p:cNvSpPr/>
            <p:nvPr userDrawn="1"/>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768239" y="4473553"/>
            <a:ext cx="6655522" cy="1545336"/>
          </a:xfrm>
        </p:spPr>
        <p:txBody>
          <a:bodyPr rtlCol="0" anchor="t">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2356505" y="733849"/>
            <a:ext cx="7478991" cy="3450590"/>
          </a:xfrm>
        </p:spPr>
        <p:txBody>
          <a:bodyPr rtlCol="0" anchor="b">
            <a:normAutofit/>
          </a:bodyPr>
          <a:lstStyle>
            <a:lvl1pPr algn="ctr">
              <a:defRPr sz="7000"/>
            </a:lvl1pPr>
          </a:lstStyle>
          <a:p>
            <a:pPr rtl="0"/>
            <a:r>
              <a:rPr lang="fr"/>
              <a:t>Modifiez le style du titre</a:t>
            </a:r>
            <a:endParaRPr lang="en-US"/>
          </a:p>
        </p:txBody>
      </p:sp>
    </p:spTree>
    <p:extLst>
      <p:ext uri="{BB962C8B-B14F-4D97-AF65-F5344CB8AC3E}">
        <p14:creationId xmlns:p14="http://schemas.microsoft.com/office/powerpoint/2010/main" val="27751235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re 2">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DB159500-64D3-D4CC-E529-A36DA1BB79E5}"/>
              </a:ext>
            </a:extLst>
          </p:cNvPr>
          <p:cNvGrpSpPr/>
          <p:nvPr/>
        </p:nvGrpSpPr>
        <p:grpSpPr>
          <a:xfrm>
            <a:off x="452064" y="492893"/>
            <a:ext cx="11287872" cy="5876422"/>
            <a:chOff x="521208" y="647905"/>
            <a:chExt cx="11365969" cy="5565740"/>
          </a:xfrm>
        </p:grpSpPr>
        <p:sp>
          <p:nvSpPr>
            <p:cNvPr id="10" name="Forme 4">
              <a:extLst>
                <a:ext uri="{FF2B5EF4-FFF2-40B4-BE49-F238E27FC236}">
                  <a16:creationId xmlns:a16="http://schemas.microsoft.com/office/drawing/2014/main" id="{C2CA3EF3-2209-F3CC-8F83-61B1213C4635}"/>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1" name="Forme 3">
              <a:extLst>
                <a:ext uri="{FF2B5EF4-FFF2-40B4-BE49-F238E27FC236}">
                  <a16:creationId xmlns:a16="http://schemas.microsoft.com/office/drawing/2014/main" id="{6CD38B97-8259-F349-B21C-25D0B8AF8A11}"/>
                </a:ext>
              </a:extLst>
            </p:cNvPr>
            <p:cNvSpPr/>
            <p:nvPr/>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grpSp>
        <p:nvGrpSpPr>
          <p:cNvPr id="4" name="Groupe 3">
            <a:extLst>
              <a:ext uri="{FF2B5EF4-FFF2-40B4-BE49-F238E27FC236}">
                <a16:creationId xmlns:a16="http://schemas.microsoft.com/office/drawing/2014/main" id="{5E55F6A4-0EE0-72F7-43D5-EB21317D9598}"/>
              </a:ext>
            </a:extLst>
          </p:cNvPr>
          <p:cNvGrpSpPr/>
          <p:nvPr userDrawn="1"/>
        </p:nvGrpSpPr>
        <p:grpSpPr>
          <a:xfrm>
            <a:off x="452064" y="492893"/>
            <a:ext cx="11287872" cy="5876422"/>
            <a:chOff x="521208" y="647905"/>
            <a:chExt cx="11365969" cy="5565740"/>
          </a:xfrm>
        </p:grpSpPr>
        <p:sp>
          <p:nvSpPr>
            <p:cNvPr id="5" name="Forme 2">
              <a:extLst>
                <a:ext uri="{FF2B5EF4-FFF2-40B4-BE49-F238E27FC236}">
                  <a16:creationId xmlns:a16="http://schemas.microsoft.com/office/drawing/2014/main" id="{C4D77848-8CF0-5322-623B-CDF1FE03362C}"/>
                </a:ext>
              </a:extLst>
            </p:cNvPr>
            <p:cNvSpPr/>
            <p:nvPr userDrawn="1"/>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Forme 1">
              <a:extLst>
                <a:ext uri="{FF2B5EF4-FFF2-40B4-BE49-F238E27FC236}">
                  <a16:creationId xmlns:a16="http://schemas.microsoft.com/office/drawing/2014/main" id="{677E7171-85EC-575A-EE36-F9950B227D94}"/>
                </a:ext>
              </a:extLst>
            </p:cNvPr>
            <p:cNvSpPr/>
            <p:nvPr userDrawn="1"/>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303357" y="4698102"/>
            <a:ext cx="7378979" cy="1014984"/>
          </a:xfrm>
        </p:spPr>
        <p:txBody>
          <a:bodyPr rtlCol="0"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974845" y="935203"/>
            <a:ext cx="10036005" cy="3592629"/>
          </a:xfrm>
        </p:spPr>
        <p:txBody>
          <a:bodyPr rtlCol="0" anchor="b">
            <a:normAutofit/>
          </a:bodyPr>
          <a:lstStyle>
            <a:lvl1pPr algn="ctr">
              <a:defRPr sz="7200"/>
            </a:lvl1pPr>
          </a:lstStyle>
          <a:p>
            <a:pPr rtl="0"/>
            <a:r>
              <a:rPr lang="fr"/>
              <a:t>Modifiez le style du titre</a:t>
            </a:r>
            <a:endParaRPr lang="en-US"/>
          </a:p>
        </p:txBody>
      </p:sp>
    </p:spTree>
    <p:extLst>
      <p:ext uri="{BB962C8B-B14F-4D97-AF65-F5344CB8AC3E}">
        <p14:creationId xmlns:p14="http://schemas.microsoft.com/office/powerpoint/2010/main" val="398130836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re 3">
    <p:bg>
      <p:bgPr>
        <a:solidFill>
          <a:schemeClr val="accent2"/>
        </a:solidFill>
        <a:effectLst/>
      </p:bgPr>
    </p:bg>
    <p:spTree>
      <p:nvGrpSpPr>
        <p:cNvPr id="1" name=""/>
        <p:cNvGrpSpPr/>
        <p:nvPr/>
      </p:nvGrpSpPr>
      <p:grpSpPr>
        <a:xfrm>
          <a:off x="0" y="0"/>
          <a:ext cx="0" cy="0"/>
          <a:chOff x="0" y="0"/>
          <a:chExt cx="0" cy="0"/>
        </a:xfrm>
      </p:grpSpPr>
      <p:sp>
        <p:nvSpPr>
          <p:cNvPr id="9" name="Forme 4">
            <a:extLst>
              <a:ext uri="{FF2B5EF4-FFF2-40B4-BE49-F238E27FC236}">
                <a16:creationId xmlns:a16="http://schemas.microsoft.com/office/drawing/2014/main" id="{EAD17310-8B8C-D5F3-F190-D1707611D849}"/>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Forme 3">
            <a:extLst>
              <a:ext uri="{FF2B5EF4-FFF2-40B4-BE49-F238E27FC236}">
                <a16:creationId xmlns:a16="http://schemas.microsoft.com/office/drawing/2014/main" id="{E703B3D9-10A2-C901-A0D9-C2905B094578}"/>
              </a:ext>
            </a:extLst>
          </p:cNvPr>
          <p:cNvSpPr/>
          <p:nvPr/>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Forme 2">
            <a:extLst>
              <a:ext uri="{FF2B5EF4-FFF2-40B4-BE49-F238E27FC236}">
                <a16:creationId xmlns:a16="http://schemas.microsoft.com/office/drawing/2014/main" id="{965F8DDB-78C2-9A91-D69C-2BE7D0DC5F3C}"/>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Forme 1">
            <a:extLst>
              <a:ext uri="{FF2B5EF4-FFF2-40B4-BE49-F238E27FC236}">
                <a16:creationId xmlns:a16="http://schemas.microsoft.com/office/drawing/2014/main" id="{F2CE1086-051B-D73D-67CF-8E86D2965B5E}"/>
              </a:ext>
            </a:extLst>
          </p:cNvPr>
          <p:cNvSpPr/>
          <p:nvPr userDrawn="1"/>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rtlCol="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rtlCol="0" anchor="b">
            <a:normAutofit/>
          </a:bodyPr>
          <a:lstStyle>
            <a:lvl1pPr algn="ctr">
              <a:defRPr sz="6000"/>
            </a:lvl1pPr>
          </a:lstStyle>
          <a:p>
            <a:pPr rtl="0"/>
            <a:r>
              <a:rPr lang="fr"/>
              <a:t>Modifiez le style du titre</a:t>
            </a:r>
            <a:endParaRPr lang="en-US"/>
          </a:p>
        </p:txBody>
      </p:sp>
    </p:spTree>
    <p:extLst>
      <p:ext uri="{BB962C8B-B14F-4D97-AF65-F5344CB8AC3E}">
        <p14:creationId xmlns:p14="http://schemas.microsoft.com/office/powerpoint/2010/main" val="20577745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re, photo 1">
    <p:bg>
      <p:bgPr>
        <a:solidFill>
          <a:schemeClr val="accent4"/>
        </a:solidFill>
        <a:effectLst/>
      </p:bgPr>
    </p:bg>
    <p:spTree>
      <p:nvGrpSpPr>
        <p:cNvPr id="1" name=""/>
        <p:cNvGrpSpPr/>
        <p:nvPr/>
      </p:nvGrpSpPr>
      <p:grpSpPr>
        <a:xfrm>
          <a:off x="0" y="0"/>
          <a:ext cx="0" cy="0"/>
          <a:chOff x="0" y="0"/>
          <a:chExt cx="0" cy="0"/>
        </a:xfrm>
      </p:grpSpPr>
      <p:sp>
        <p:nvSpPr>
          <p:cNvPr id="5" name="Espace réservé d’image 4">
            <a:extLst>
              <a:ext uri="{FF2B5EF4-FFF2-40B4-BE49-F238E27FC236}">
                <a16:creationId xmlns:a16="http://schemas.microsoft.com/office/drawing/2014/main" id="{FE16496D-C4E7-49FD-31CC-27F740066322}"/>
              </a:ext>
            </a:extLst>
          </p:cNvPr>
          <p:cNvSpPr>
            <a:spLocks noGrp="1"/>
          </p:cNvSpPr>
          <p:nvPr>
            <p:ph type="pic" sz="quarter" idx="14"/>
          </p:nvPr>
        </p:nvSpPr>
        <p:spPr>
          <a:xfrm>
            <a:off x="0" y="0"/>
            <a:ext cx="12192000" cy="499745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endParaRPr lang="en-US"/>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rtlCol="0" anchor="t">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rtlCol="0" anchor="b">
            <a:normAutofit/>
          </a:bodyPr>
          <a:lstStyle>
            <a:lvl1pPr algn="l">
              <a:defRPr sz="4000">
                <a:solidFill>
                  <a:schemeClr val="tx1"/>
                </a:solidFill>
              </a:defRPr>
            </a:lvl1pPr>
          </a:lstStyle>
          <a:p>
            <a:pPr rtl="0"/>
            <a:r>
              <a:rPr lang="fr"/>
              <a:t>Modifiez le style du titre</a:t>
            </a:r>
            <a:endParaRPr lang="en-US"/>
          </a:p>
        </p:txBody>
      </p:sp>
    </p:spTree>
    <p:extLst>
      <p:ext uri="{BB962C8B-B14F-4D97-AF65-F5344CB8AC3E}">
        <p14:creationId xmlns:p14="http://schemas.microsoft.com/office/powerpoint/2010/main" val="3635920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re de la photo 2">
    <p:bg>
      <p:bgPr>
        <a:solidFill>
          <a:schemeClr val="tx2"/>
        </a:solidFill>
        <a:effectLst/>
      </p:bgPr>
    </p:bg>
    <p:spTree>
      <p:nvGrpSpPr>
        <p:cNvPr id="1" name=""/>
        <p:cNvGrpSpPr/>
        <p:nvPr/>
      </p:nvGrpSpPr>
      <p:grpSpPr>
        <a:xfrm>
          <a:off x="0" y="0"/>
          <a:ext cx="0" cy="0"/>
          <a:chOff x="0" y="0"/>
          <a:chExt cx="0" cy="0"/>
        </a:xfrm>
      </p:grpSpPr>
      <p:grpSp>
        <p:nvGrpSpPr>
          <p:cNvPr id="20" name="Groupe 19">
            <a:extLst>
              <a:ext uri="{FF2B5EF4-FFF2-40B4-BE49-F238E27FC236}">
                <a16:creationId xmlns:a16="http://schemas.microsoft.com/office/drawing/2014/main" id="{96F1B358-A957-7D07-7D08-C15DFB52D150}"/>
              </a:ext>
            </a:extLst>
          </p:cNvPr>
          <p:cNvGrpSpPr/>
          <p:nvPr/>
        </p:nvGrpSpPr>
        <p:grpSpPr>
          <a:xfrm>
            <a:off x="6941116" y="366348"/>
            <a:ext cx="4886768" cy="6125303"/>
            <a:chOff x="521210" y="647905"/>
            <a:chExt cx="11365967" cy="5565740"/>
          </a:xfrm>
        </p:grpSpPr>
        <p:sp>
          <p:nvSpPr>
            <p:cNvPr id="21" name="Forme 4">
              <a:extLst>
                <a:ext uri="{FF2B5EF4-FFF2-40B4-BE49-F238E27FC236}">
                  <a16:creationId xmlns:a16="http://schemas.microsoft.com/office/drawing/2014/main" id="{D4E49C48-6AD1-237B-9A6E-D39179EB5F89}"/>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2" name="Forme 3">
              <a:extLst>
                <a:ext uri="{FF2B5EF4-FFF2-40B4-BE49-F238E27FC236}">
                  <a16:creationId xmlns:a16="http://schemas.microsoft.com/office/drawing/2014/main" id="{57312016-E95E-97D1-C5B2-92517A9547C4}"/>
                </a:ext>
              </a:extLst>
            </p:cNvPr>
            <p:cNvSpPr/>
            <p:nvPr/>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grpSp>
        <p:nvGrpSpPr>
          <p:cNvPr id="4" name="Groupe 3">
            <a:extLst>
              <a:ext uri="{FF2B5EF4-FFF2-40B4-BE49-F238E27FC236}">
                <a16:creationId xmlns:a16="http://schemas.microsoft.com/office/drawing/2014/main" id="{4D7E220B-260A-1899-9D05-BB8723A88261}"/>
              </a:ext>
            </a:extLst>
          </p:cNvPr>
          <p:cNvGrpSpPr/>
          <p:nvPr userDrawn="1"/>
        </p:nvGrpSpPr>
        <p:grpSpPr>
          <a:xfrm>
            <a:off x="6941116" y="366348"/>
            <a:ext cx="4886768" cy="6125303"/>
            <a:chOff x="521210" y="647905"/>
            <a:chExt cx="11365967" cy="5565740"/>
          </a:xfrm>
        </p:grpSpPr>
        <p:sp>
          <p:nvSpPr>
            <p:cNvPr id="5" name="Forme 2">
              <a:extLst>
                <a:ext uri="{FF2B5EF4-FFF2-40B4-BE49-F238E27FC236}">
                  <a16:creationId xmlns:a16="http://schemas.microsoft.com/office/drawing/2014/main" id="{91ECAE7C-A949-93C0-3EB3-0B16C6DAC3B2}"/>
                </a:ext>
              </a:extLst>
            </p:cNvPr>
            <p:cNvSpPr/>
            <p:nvPr userDrawn="1"/>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Forme 1">
              <a:extLst>
                <a:ext uri="{FF2B5EF4-FFF2-40B4-BE49-F238E27FC236}">
                  <a16:creationId xmlns:a16="http://schemas.microsoft.com/office/drawing/2014/main" id="{C0165170-3C5A-515F-1EA4-AA3CB178D565}"/>
                </a:ext>
              </a:extLst>
            </p:cNvPr>
            <p:cNvSpPr/>
            <p:nvPr userDrawn="1"/>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print">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19624" cy="1184585"/>
          </a:xfrm>
        </p:spPr>
        <p:txBody>
          <a:bodyPr rtlCol="0" anchor="t">
            <a:normAutofit/>
          </a:bodyPr>
          <a:lstStyle>
            <a:lvl1pPr marL="0" indent="0" algn="l">
              <a:buNone/>
              <a:defRPr sz="1800">
                <a:solidFill>
                  <a:sysClr val="windowText" lastClr="0000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219625" cy="3475236"/>
          </a:xfrm>
        </p:spPr>
        <p:txBody>
          <a:bodyPr rtlCol="0" anchor="b">
            <a:normAutofit/>
          </a:bodyPr>
          <a:lstStyle>
            <a:lvl1pPr algn="l">
              <a:defRPr sz="5400">
                <a:solidFill>
                  <a:sysClr val="windowText" lastClr="000000"/>
                </a:solidFill>
              </a:defRPr>
            </a:lvl1pPr>
          </a:lstStyle>
          <a:p>
            <a:pPr rtl="0"/>
            <a:r>
              <a:rPr lang="fr"/>
              <a:t>Modifiez le style du titre</a:t>
            </a:r>
            <a:endParaRPr lang="en-US"/>
          </a:p>
        </p:txBody>
      </p:sp>
    </p:spTree>
    <p:extLst>
      <p:ext uri="{BB962C8B-B14F-4D97-AF65-F5344CB8AC3E}">
        <p14:creationId xmlns:p14="http://schemas.microsoft.com/office/powerpoint/2010/main" val="24508040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Photo du titre 3">
    <p:bg>
      <p:bgPr>
        <a:solidFill>
          <a:schemeClr val="tx2"/>
        </a:solidFill>
        <a:effectLst/>
      </p:bgPr>
    </p:bg>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B3DFC2B7-3FD6-65F4-7B37-B3EADEF6E95A}"/>
              </a:ext>
            </a:extLst>
          </p:cNvPr>
          <p:cNvGrpSpPr/>
          <p:nvPr/>
        </p:nvGrpSpPr>
        <p:grpSpPr>
          <a:xfrm>
            <a:off x="365760" y="366348"/>
            <a:ext cx="4886768" cy="6125303"/>
            <a:chOff x="521210" y="647905"/>
            <a:chExt cx="11365967" cy="5565740"/>
          </a:xfrm>
        </p:grpSpPr>
        <p:sp>
          <p:nvSpPr>
            <p:cNvPr id="5" name="Forme 4">
              <a:extLst>
                <a:ext uri="{FF2B5EF4-FFF2-40B4-BE49-F238E27FC236}">
                  <a16:creationId xmlns:a16="http://schemas.microsoft.com/office/drawing/2014/main" id="{8E7E76F0-876E-D9DA-9F7E-813DDD4969F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Forme 3">
              <a:extLst>
                <a:ext uri="{FF2B5EF4-FFF2-40B4-BE49-F238E27FC236}">
                  <a16:creationId xmlns:a16="http://schemas.microsoft.com/office/drawing/2014/main" id="{6A669F55-DC0D-FD13-B596-FA84AAC8B803}"/>
                </a:ext>
              </a:extLst>
            </p:cNvPr>
            <p:cNvSpPr/>
            <p:nvPr/>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grpSp>
        <p:nvGrpSpPr>
          <p:cNvPr id="7" name="Groupe 6">
            <a:extLst>
              <a:ext uri="{FF2B5EF4-FFF2-40B4-BE49-F238E27FC236}">
                <a16:creationId xmlns:a16="http://schemas.microsoft.com/office/drawing/2014/main" id="{57F24906-AE7E-6354-BEF6-653E4278B8E2}"/>
              </a:ext>
            </a:extLst>
          </p:cNvPr>
          <p:cNvGrpSpPr/>
          <p:nvPr userDrawn="1"/>
        </p:nvGrpSpPr>
        <p:grpSpPr>
          <a:xfrm>
            <a:off x="365760" y="366348"/>
            <a:ext cx="4886768" cy="6125303"/>
            <a:chOff x="521210" y="647905"/>
            <a:chExt cx="11365967" cy="5565740"/>
          </a:xfrm>
        </p:grpSpPr>
        <p:sp>
          <p:nvSpPr>
            <p:cNvPr id="8" name="Forme 2">
              <a:extLst>
                <a:ext uri="{FF2B5EF4-FFF2-40B4-BE49-F238E27FC236}">
                  <a16:creationId xmlns:a16="http://schemas.microsoft.com/office/drawing/2014/main" id="{97863BD0-3668-62B2-C6F4-BD77D371C352}"/>
                </a:ext>
              </a:extLst>
            </p:cNvPr>
            <p:cNvSpPr/>
            <p:nvPr userDrawn="1"/>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Forme 1">
              <a:extLst>
                <a:ext uri="{FF2B5EF4-FFF2-40B4-BE49-F238E27FC236}">
                  <a16:creationId xmlns:a16="http://schemas.microsoft.com/office/drawing/2014/main" id="{A731F6E5-8C9E-C424-E6F3-6E6FC4DD5464}"/>
                </a:ext>
              </a:extLst>
            </p:cNvPr>
            <p:cNvSpPr/>
            <p:nvPr userDrawn="1"/>
          </p:nvSpPr>
          <p:spPr>
            <a:xfrm>
              <a:off x="521210" y="647905"/>
              <a:ext cx="10911523"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cstate="print">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593539" y="4661253"/>
            <a:ext cx="4235821" cy="1380744"/>
          </a:xfrm>
        </p:spPr>
        <p:txBody>
          <a:bodyPr rtlCol="0" anchor="b">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593540" y="603504"/>
            <a:ext cx="4235821" cy="3739896"/>
          </a:xfrm>
        </p:spPr>
        <p:txBody>
          <a:bodyPr rtlCol="0" anchor="t">
            <a:normAutofit/>
          </a:bodyPr>
          <a:lstStyle>
            <a:lvl1pPr algn="l">
              <a:defRPr sz="5200">
                <a:solidFill>
                  <a:schemeClr val="tx1"/>
                </a:solidFill>
              </a:defRPr>
            </a:lvl1pPr>
          </a:lstStyle>
          <a:p>
            <a:pPr rtl="0"/>
            <a:r>
              <a:rPr lang="fr"/>
              <a:t>Modifiez le style du titre</a:t>
            </a:r>
            <a:endParaRPr lang="en-US"/>
          </a:p>
        </p:txBody>
      </p:sp>
    </p:spTree>
    <p:extLst>
      <p:ext uri="{BB962C8B-B14F-4D97-AF65-F5344CB8AC3E}">
        <p14:creationId xmlns:p14="http://schemas.microsoft.com/office/powerpoint/2010/main" val="16858571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Photo 2">
    <p:bg>
      <p:bgPr>
        <a:solidFill>
          <a:schemeClr val="accent4"/>
        </a:solidFill>
        <a:effectLst/>
      </p:bgPr>
    </p:bg>
    <p:spTree>
      <p:nvGrpSpPr>
        <p:cNvPr id="1" name=""/>
        <p:cNvGrpSpPr/>
        <p:nvPr/>
      </p:nvGrpSpPr>
      <p:grpSpPr>
        <a:xfrm>
          <a:off x="0" y="0"/>
          <a:ext cx="0" cy="0"/>
          <a:chOff x="0" y="0"/>
          <a:chExt cx="0" cy="0"/>
        </a:xfrm>
      </p:grpSpPr>
      <p:sp>
        <p:nvSpPr>
          <p:cNvPr id="4" name="Forme 2">
            <a:extLst>
              <a:ext uri="{FF2B5EF4-FFF2-40B4-BE49-F238E27FC236}">
                <a16:creationId xmlns:a16="http://schemas.microsoft.com/office/drawing/2014/main" id="{01ACD100-D00B-FAE7-049E-0C8300DA8691}"/>
              </a:ext>
            </a:extLst>
          </p:cNvPr>
          <p:cNvSpPr/>
          <p:nvPr userDrawn="1"/>
        </p:nvSpPr>
        <p:spPr>
          <a:xfrm>
            <a:off x="712147"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Forme 1">
            <a:extLst>
              <a:ext uri="{FF2B5EF4-FFF2-40B4-BE49-F238E27FC236}">
                <a16:creationId xmlns:a16="http://schemas.microsoft.com/office/drawing/2014/main" id="{70B3CA8F-62B5-2F0F-6A0B-1D169D1A2C0C}"/>
              </a:ext>
            </a:extLst>
          </p:cNvPr>
          <p:cNvSpPr/>
          <p:nvPr/>
        </p:nvSpPr>
        <p:spPr>
          <a:xfrm>
            <a:off x="712147"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Espace réservé d’image 9">
            <a:extLst>
              <a:ext uri="{FF2B5EF4-FFF2-40B4-BE49-F238E27FC236}">
                <a16:creationId xmlns:a16="http://schemas.microsoft.com/office/drawing/2014/main" id="{FEB323EE-D6C6-19B8-D801-5AB677FF474E}"/>
              </a:ext>
            </a:extLst>
          </p:cNvPr>
          <p:cNvSpPr>
            <a:spLocks noGrp="1" noChangeAspect="1"/>
          </p:cNvSpPr>
          <p:nvPr>
            <p:ph type="pic" sz="quarter" idx="14"/>
          </p:nvPr>
        </p:nvSpPr>
        <p:spPr>
          <a:xfrm>
            <a:off x="611674"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rtl="0">
              <a:lnSpc>
                <a:spcPct val="150000"/>
              </a:lnSpc>
              <a:buFontTx/>
              <a:buNone/>
            </a:pPr>
            <a:r>
              <a:rPr lang="fr" noProof="0"/>
              <a:t>Cliquez sur l’icône pour ajouter une image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rtlCol="0"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rtlCol="0" anchor="b">
            <a:normAutofit/>
          </a:bodyPr>
          <a:lstStyle>
            <a:lvl1pPr algn="l">
              <a:defRPr sz="5400"/>
            </a:lvl1pPr>
          </a:lstStyle>
          <a:p>
            <a:pPr rtl="0"/>
            <a:r>
              <a:rPr lang="fr"/>
              <a:t>Modifiez le style du titre</a:t>
            </a:r>
            <a:endParaRPr lang="en-US"/>
          </a:p>
        </p:txBody>
      </p:sp>
    </p:spTree>
    <p:extLst>
      <p:ext uri="{BB962C8B-B14F-4D97-AF65-F5344CB8AC3E}">
        <p14:creationId xmlns:p14="http://schemas.microsoft.com/office/powerpoint/2010/main" val="23947514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Photo 3">
    <p:bg>
      <p:bgPr>
        <a:solidFill>
          <a:schemeClr val="accent4"/>
        </a:solidFill>
        <a:effectLst/>
      </p:bgPr>
    </p:bg>
    <p:spTree>
      <p:nvGrpSpPr>
        <p:cNvPr id="1" name=""/>
        <p:cNvGrpSpPr/>
        <p:nvPr/>
      </p:nvGrpSpPr>
      <p:grpSpPr>
        <a:xfrm>
          <a:off x="0" y="0"/>
          <a:ext cx="0" cy="0"/>
          <a:chOff x="0" y="0"/>
          <a:chExt cx="0" cy="0"/>
        </a:xfrm>
      </p:grpSpPr>
      <p:sp>
        <p:nvSpPr>
          <p:cNvPr id="6" name="Forme 2">
            <a:extLst>
              <a:ext uri="{FF2B5EF4-FFF2-40B4-BE49-F238E27FC236}">
                <a16:creationId xmlns:a16="http://schemas.microsoft.com/office/drawing/2014/main" id="{D2CFAC40-94DE-9384-508D-E607D334EEC4}"/>
              </a:ext>
            </a:extLst>
          </p:cNvPr>
          <p:cNvSpPr/>
          <p:nvPr userDrawn="1"/>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 name="Forme 1">
            <a:extLst>
              <a:ext uri="{FF2B5EF4-FFF2-40B4-BE49-F238E27FC236}">
                <a16:creationId xmlns:a16="http://schemas.microsoft.com/office/drawing/2014/main" id="{F2D97C88-8E9F-E89C-85B9-9D32547B7834}"/>
              </a:ext>
            </a:extLst>
          </p:cNvPr>
          <p:cNvSpPr/>
          <p:nvPr/>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5" name="Espace réservé d’image 9">
            <a:extLst>
              <a:ext uri="{FF2B5EF4-FFF2-40B4-BE49-F238E27FC236}">
                <a16:creationId xmlns:a16="http://schemas.microsoft.com/office/drawing/2014/main" id="{1F31A56C-894E-5B3B-E641-9ACE0EB9F518}"/>
              </a:ext>
            </a:extLst>
          </p:cNvPr>
          <p:cNvSpPr>
            <a:spLocks noGrp="1" noChangeAspect="1"/>
          </p:cNvSpPr>
          <p:nvPr>
            <p:ph type="pic" sz="quarter" idx="10"/>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rtl="0">
              <a:lnSpc>
                <a:spcPct val="150000"/>
              </a:lnSpc>
              <a:buFontTx/>
              <a:buNone/>
            </a:pPr>
            <a:r>
              <a:rPr lang="fr" noProof="0"/>
              <a:t>Cliquez sur l’icône pour ajouter une image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rtlCol="0"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rtlCol="0" anchor="t">
            <a:normAutofit/>
          </a:bodyPr>
          <a:lstStyle>
            <a:lvl1pPr algn="l">
              <a:defRPr sz="5200"/>
            </a:lvl1pPr>
          </a:lstStyle>
          <a:p>
            <a:pPr rtl="0"/>
            <a:r>
              <a:rPr lang="fr"/>
              <a:t>Modifiez le style du titre</a:t>
            </a:r>
            <a:endParaRPr lang="en-US"/>
          </a:p>
        </p:txBody>
      </p:sp>
    </p:spTree>
    <p:extLst>
      <p:ext uri="{BB962C8B-B14F-4D97-AF65-F5344CB8AC3E}">
        <p14:creationId xmlns:p14="http://schemas.microsoft.com/office/powerpoint/2010/main" val="13963273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En-tête de section">
    <p:bg>
      <p:bgPr>
        <a:solidFill>
          <a:schemeClr val="bg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D7456E10-F3AC-0024-96E2-96B0FF909575}"/>
              </a:ext>
            </a:extLst>
          </p:cNvPr>
          <p:cNvGrpSpPr/>
          <p:nvPr/>
        </p:nvGrpSpPr>
        <p:grpSpPr>
          <a:xfrm>
            <a:off x="8510603" y="-549084"/>
            <a:ext cx="1768620" cy="1792746"/>
            <a:chOff x="9335008" y="164592"/>
            <a:chExt cx="6042545" cy="6124973"/>
          </a:xfrm>
        </p:grpSpPr>
        <p:sp>
          <p:nvSpPr>
            <p:cNvPr id="10" name="Forme">
              <a:extLst>
                <a:ext uri="{FF2B5EF4-FFF2-40B4-BE49-F238E27FC236}">
                  <a16:creationId xmlns:a16="http://schemas.microsoft.com/office/drawing/2014/main" id="{2648CA08-79E7-18DD-68CF-6FE51CC25EB5}"/>
                </a:ext>
              </a:extLst>
            </p:cNvPr>
            <p:cNvSpPr/>
            <p:nvPr/>
          </p:nvSpPr>
          <p:spPr>
            <a:xfrm>
              <a:off x="9427861" y="339873"/>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Forme">
              <a:extLst>
                <a:ext uri="{FF2B5EF4-FFF2-40B4-BE49-F238E27FC236}">
                  <a16:creationId xmlns:a16="http://schemas.microsoft.com/office/drawing/2014/main" id="{ECE6F42D-7497-C09C-6848-282364CDC6E5}"/>
                </a:ext>
              </a:extLst>
            </p:cNvPr>
            <p:cNvSpPr/>
            <p:nvPr/>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grpSp>
        <p:nvGrpSpPr>
          <p:cNvPr id="12" name="Groupe 11">
            <a:extLst>
              <a:ext uri="{FF2B5EF4-FFF2-40B4-BE49-F238E27FC236}">
                <a16:creationId xmlns:a16="http://schemas.microsoft.com/office/drawing/2014/main" id="{B31CFE8F-1340-3288-BA4E-4007CE0B43AD}"/>
              </a:ext>
            </a:extLst>
          </p:cNvPr>
          <p:cNvGrpSpPr/>
          <p:nvPr/>
        </p:nvGrpSpPr>
        <p:grpSpPr>
          <a:xfrm>
            <a:off x="10366671" y="307663"/>
            <a:ext cx="3650657" cy="3700457"/>
            <a:chOff x="9335008" y="164592"/>
            <a:chExt cx="6042545" cy="6124973"/>
          </a:xfrm>
        </p:grpSpPr>
        <p:sp>
          <p:nvSpPr>
            <p:cNvPr id="13" name="Forme">
              <a:extLst>
                <a:ext uri="{FF2B5EF4-FFF2-40B4-BE49-F238E27FC236}">
                  <a16:creationId xmlns:a16="http://schemas.microsoft.com/office/drawing/2014/main" id="{AAC09DFE-99F1-5768-0F81-16D4BA8DDE57}"/>
                </a:ext>
              </a:extLst>
            </p:cNvPr>
            <p:cNvSpPr/>
            <p:nvPr/>
          </p:nvSpPr>
          <p:spPr>
            <a:xfrm>
              <a:off x="9427861" y="339873"/>
              <a:ext cx="5949692" cy="5949692"/>
            </a:xfrm>
            <a:prstGeom prst="ellipse">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Forme">
              <a:extLst>
                <a:ext uri="{FF2B5EF4-FFF2-40B4-BE49-F238E27FC236}">
                  <a16:creationId xmlns:a16="http://schemas.microsoft.com/office/drawing/2014/main" id="{661CE9A1-44B5-175C-0C8E-0B3ECB563AFF}"/>
                </a:ext>
              </a:extLst>
            </p:cNvPr>
            <p:cNvSpPr/>
            <p:nvPr/>
          </p:nvSpPr>
          <p:spPr>
            <a:xfrm>
              <a:off x="9335008" y="164592"/>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grpSp>
        <p:nvGrpSpPr>
          <p:cNvPr id="15" name="Groupe 14">
            <a:extLst>
              <a:ext uri="{FF2B5EF4-FFF2-40B4-BE49-F238E27FC236}">
                <a16:creationId xmlns:a16="http://schemas.microsoft.com/office/drawing/2014/main" id="{55367A97-AEB2-9AF7-5C5B-2A00F20E3FDA}"/>
              </a:ext>
            </a:extLst>
          </p:cNvPr>
          <p:cNvGrpSpPr/>
          <p:nvPr/>
        </p:nvGrpSpPr>
        <p:grpSpPr>
          <a:xfrm>
            <a:off x="8738339" y="3790309"/>
            <a:ext cx="2626859" cy="2662693"/>
            <a:chOff x="9335008" y="164592"/>
            <a:chExt cx="6042545" cy="6124973"/>
          </a:xfrm>
        </p:grpSpPr>
        <p:sp>
          <p:nvSpPr>
            <p:cNvPr id="16" name="Forme">
              <a:extLst>
                <a:ext uri="{FF2B5EF4-FFF2-40B4-BE49-F238E27FC236}">
                  <a16:creationId xmlns:a16="http://schemas.microsoft.com/office/drawing/2014/main" id="{9738CBA5-3ACC-F456-94CC-540E5A8BD3B8}"/>
                </a:ext>
              </a:extLst>
            </p:cNvPr>
            <p:cNvSpPr/>
            <p:nvPr/>
          </p:nvSpPr>
          <p:spPr>
            <a:xfrm>
              <a:off x="9427861" y="339873"/>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bg1"/>
                </a:solidFill>
                <a:latin typeface="Karla"/>
                <a:ea typeface="Karla"/>
                <a:cs typeface="Karla"/>
                <a:sym typeface="Karla"/>
              </a:endParaRPr>
            </a:p>
          </p:txBody>
        </p:sp>
        <p:sp>
          <p:nvSpPr>
            <p:cNvPr id="17" name="Forme">
              <a:extLst>
                <a:ext uri="{FF2B5EF4-FFF2-40B4-BE49-F238E27FC236}">
                  <a16:creationId xmlns:a16="http://schemas.microsoft.com/office/drawing/2014/main" id="{CF2AC27A-02F2-AF40-F05E-4475C1F66385}"/>
                </a:ext>
              </a:extLst>
            </p:cNvPr>
            <p:cNvSpPr/>
            <p:nvPr/>
          </p:nvSpPr>
          <p:spPr>
            <a:xfrm>
              <a:off x="9335008" y="164592"/>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bg1"/>
                </a:solidFill>
                <a:latin typeface="Karla"/>
                <a:ea typeface="Karla"/>
                <a:cs typeface="Karla"/>
                <a:sym typeface="Karla"/>
              </a:endParaRPr>
            </a:p>
          </p:txBody>
        </p:sp>
      </p:grpSp>
      <p:grpSp>
        <p:nvGrpSpPr>
          <p:cNvPr id="4" name="Groupe 3">
            <a:extLst>
              <a:ext uri="{FF2B5EF4-FFF2-40B4-BE49-F238E27FC236}">
                <a16:creationId xmlns:a16="http://schemas.microsoft.com/office/drawing/2014/main" id="{8FF683F7-A18C-5A99-850E-1FD6F31E33A8}"/>
              </a:ext>
            </a:extLst>
          </p:cNvPr>
          <p:cNvGrpSpPr/>
          <p:nvPr userDrawn="1"/>
        </p:nvGrpSpPr>
        <p:grpSpPr>
          <a:xfrm>
            <a:off x="8510603" y="-549084"/>
            <a:ext cx="1768620" cy="1792746"/>
            <a:chOff x="9335008" y="164592"/>
            <a:chExt cx="6042545" cy="6124973"/>
          </a:xfrm>
        </p:grpSpPr>
        <p:sp>
          <p:nvSpPr>
            <p:cNvPr id="5" name="Forme">
              <a:extLst>
                <a:ext uri="{FF2B5EF4-FFF2-40B4-BE49-F238E27FC236}">
                  <a16:creationId xmlns:a16="http://schemas.microsoft.com/office/drawing/2014/main" id="{EE764304-8DCA-0BFB-E400-F41F77F8A8B0}"/>
                </a:ext>
              </a:extLst>
            </p:cNvPr>
            <p:cNvSpPr/>
            <p:nvPr userDrawn="1"/>
          </p:nvSpPr>
          <p:spPr>
            <a:xfrm>
              <a:off x="9427861" y="339873"/>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6" name="Forme">
              <a:extLst>
                <a:ext uri="{FF2B5EF4-FFF2-40B4-BE49-F238E27FC236}">
                  <a16:creationId xmlns:a16="http://schemas.microsoft.com/office/drawing/2014/main" id="{E164C3F8-AF62-28F9-683B-6063B8AB42D9}"/>
                </a:ext>
              </a:extLst>
            </p:cNvPr>
            <p:cNvSpPr/>
            <p:nvPr userDrawn="1"/>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grpSp>
        <p:nvGrpSpPr>
          <p:cNvPr id="7" name="Groupe 6">
            <a:extLst>
              <a:ext uri="{FF2B5EF4-FFF2-40B4-BE49-F238E27FC236}">
                <a16:creationId xmlns:a16="http://schemas.microsoft.com/office/drawing/2014/main" id="{AA843B8D-E02F-B768-FCD5-5748FE9FB84F}"/>
              </a:ext>
            </a:extLst>
          </p:cNvPr>
          <p:cNvGrpSpPr/>
          <p:nvPr userDrawn="1"/>
        </p:nvGrpSpPr>
        <p:grpSpPr>
          <a:xfrm>
            <a:off x="10366671" y="307663"/>
            <a:ext cx="3650657" cy="3700457"/>
            <a:chOff x="9335008" y="164592"/>
            <a:chExt cx="6042545" cy="6124973"/>
          </a:xfrm>
        </p:grpSpPr>
        <p:sp>
          <p:nvSpPr>
            <p:cNvPr id="8" name="Forme">
              <a:extLst>
                <a:ext uri="{FF2B5EF4-FFF2-40B4-BE49-F238E27FC236}">
                  <a16:creationId xmlns:a16="http://schemas.microsoft.com/office/drawing/2014/main" id="{E2DCAB0F-4C5D-CB92-B062-B5F070C6D730}"/>
                </a:ext>
              </a:extLst>
            </p:cNvPr>
            <p:cNvSpPr/>
            <p:nvPr userDrawn="1"/>
          </p:nvSpPr>
          <p:spPr>
            <a:xfrm>
              <a:off x="9427861" y="339873"/>
              <a:ext cx="5949692" cy="5949692"/>
            </a:xfrm>
            <a:prstGeom prst="ellipse">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Forme">
              <a:extLst>
                <a:ext uri="{FF2B5EF4-FFF2-40B4-BE49-F238E27FC236}">
                  <a16:creationId xmlns:a16="http://schemas.microsoft.com/office/drawing/2014/main" id="{97170E8F-3529-B9B6-4E5F-EA5C7D9101CA}"/>
                </a:ext>
              </a:extLst>
            </p:cNvPr>
            <p:cNvSpPr/>
            <p:nvPr userDrawn="1"/>
          </p:nvSpPr>
          <p:spPr>
            <a:xfrm>
              <a:off x="9335008" y="164592"/>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grpSp>
        <p:nvGrpSpPr>
          <p:cNvPr id="22" name="Groupe 21">
            <a:extLst>
              <a:ext uri="{FF2B5EF4-FFF2-40B4-BE49-F238E27FC236}">
                <a16:creationId xmlns:a16="http://schemas.microsoft.com/office/drawing/2014/main" id="{F79C5F94-01BA-1916-DC31-34BD85EFA364}"/>
              </a:ext>
            </a:extLst>
          </p:cNvPr>
          <p:cNvGrpSpPr/>
          <p:nvPr userDrawn="1"/>
        </p:nvGrpSpPr>
        <p:grpSpPr>
          <a:xfrm>
            <a:off x="8738339" y="3790309"/>
            <a:ext cx="2626859" cy="2662693"/>
            <a:chOff x="9335008" y="164592"/>
            <a:chExt cx="6042545" cy="6124973"/>
          </a:xfrm>
        </p:grpSpPr>
        <p:sp>
          <p:nvSpPr>
            <p:cNvPr id="23" name="Forme">
              <a:extLst>
                <a:ext uri="{FF2B5EF4-FFF2-40B4-BE49-F238E27FC236}">
                  <a16:creationId xmlns:a16="http://schemas.microsoft.com/office/drawing/2014/main" id="{EEB4CEEA-E58A-FC9F-9094-4D3A58AD51E1}"/>
                </a:ext>
              </a:extLst>
            </p:cNvPr>
            <p:cNvSpPr/>
            <p:nvPr userDrawn="1"/>
          </p:nvSpPr>
          <p:spPr>
            <a:xfrm>
              <a:off x="9427861" y="339873"/>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bg1"/>
                </a:solidFill>
                <a:latin typeface="Karla"/>
                <a:ea typeface="Karla"/>
                <a:cs typeface="Karla"/>
                <a:sym typeface="Karla"/>
              </a:endParaRPr>
            </a:p>
          </p:txBody>
        </p:sp>
        <p:sp>
          <p:nvSpPr>
            <p:cNvPr id="24" name="Forme">
              <a:extLst>
                <a:ext uri="{FF2B5EF4-FFF2-40B4-BE49-F238E27FC236}">
                  <a16:creationId xmlns:a16="http://schemas.microsoft.com/office/drawing/2014/main" id="{53FDB7B1-2D1D-7379-6999-E0D60733069E}"/>
                </a:ext>
              </a:extLst>
            </p:cNvPr>
            <p:cNvSpPr/>
            <p:nvPr userDrawn="1"/>
          </p:nvSpPr>
          <p:spPr>
            <a:xfrm>
              <a:off x="9335008" y="164592"/>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bg1"/>
                </a:solidFill>
                <a:latin typeface="Karla"/>
                <a:ea typeface="Karla"/>
                <a:cs typeface="Karla"/>
                <a:sym typeface="Karla"/>
              </a:endParaRPr>
            </a:p>
          </p:txBody>
        </p:sp>
      </p:grpSp>
      <p:sp>
        <p:nvSpPr>
          <p:cNvPr id="18" name="Espace réservé de la date 3">
            <a:extLst>
              <a:ext uri="{FF2B5EF4-FFF2-40B4-BE49-F238E27FC236}">
                <a16:creationId xmlns:a16="http://schemas.microsoft.com/office/drawing/2014/main" id="{40D7B06C-E121-C22D-3A98-EC32A3661E43}"/>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9" name="Espace réservé du pied de page 4">
            <a:extLst>
              <a:ext uri="{FF2B5EF4-FFF2-40B4-BE49-F238E27FC236}">
                <a16:creationId xmlns:a16="http://schemas.microsoft.com/office/drawing/2014/main" id="{841E953F-40BB-B988-C54B-D94562B13038}"/>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0" name="Espace réservé du numéro de diapositive 5">
            <a:extLst>
              <a:ext uri="{FF2B5EF4-FFF2-40B4-BE49-F238E27FC236}">
                <a16:creationId xmlns:a16="http://schemas.microsoft.com/office/drawing/2014/main" id="{B6F5D0C4-4561-F889-5460-953A52C4FFBC}"/>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rtlCol="0"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rtlCol="0" anchor="b">
            <a:normAutofit/>
          </a:bodyPr>
          <a:lstStyle>
            <a:lvl1pPr algn="l">
              <a:defRPr sz="7400"/>
            </a:lvl1pPr>
          </a:lstStyle>
          <a:p>
            <a:pPr rtl="0"/>
            <a:r>
              <a:rPr lang="fr"/>
              <a:t>Modifiez le style du titre</a:t>
            </a:r>
            <a:endParaRPr lang="en-US"/>
          </a:p>
        </p:txBody>
      </p:sp>
    </p:spTree>
    <p:extLst>
      <p:ext uri="{BB962C8B-B14F-4D97-AF65-F5344CB8AC3E}">
        <p14:creationId xmlns:p14="http://schemas.microsoft.com/office/powerpoint/2010/main" val="42886409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rdre du jour">
    <p:bg>
      <p:bgPr>
        <a:solidFill>
          <a:schemeClr val="accent4"/>
        </a:solidFill>
        <a:effectLst/>
      </p:bgPr>
    </p:bg>
    <p:spTree>
      <p:nvGrpSpPr>
        <p:cNvPr id="1" name=""/>
        <p:cNvGrpSpPr/>
        <p:nvPr/>
      </p:nvGrpSpPr>
      <p:grpSpPr>
        <a:xfrm>
          <a:off x="0" y="0"/>
          <a:ext cx="0" cy="0"/>
          <a:chOff x="0" y="0"/>
          <a:chExt cx="0" cy="0"/>
        </a:xfrm>
      </p:grpSpPr>
      <p:grpSp>
        <p:nvGrpSpPr>
          <p:cNvPr id="3" name="Groupe 2">
            <a:extLst>
              <a:ext uri="{FF2B5EF4-FFF2-40B4-BE49-F238E27FC236}">
                <a16:creationId xmlns:a16="http://schemas.microsoft.com/office/drawing/2014/main" id="{2111838C-ADEB-63D6-26D9-13AF7ADE8A78}"/>
              </a:ext>
            </a:extLst>
          </p:cNvPr>
          <p:cNvGrpSpPr/>
          <p:nvPr/>
        </p:nvGrpSpPr>
        <p:grpSpPr>
          <a:xfrm>
            <a:off x="10366671" y="307663"/>
            <a:ext cx="3650657" cy="3700457"/>
            <a:chOff x="9335008" y="164592"/>
            <a:chExt cx="6042545" cy="6124973"/>
          </a:xfrm>
        </p:grpSpPr>
        <p:sp>
          <p:nvSpPr>
            <p:cNvPr id="4" name="Forme">
              <a:extLst>
                <a:ext uri="{FF2B5EF4-FFF2-40B4-BE49-F238E27FC236}">
                  <a16:creationId xmlns:a16="http://schemas.microsoft.com/office/drawing/2014/main" id="{20B6338A-BF0F-2313-C4E5-314325CF8BE8}"/>
                </a:ext>
              </a:extLst>
            </p:cNvPr>
            <p:cNvSpPr/>
            <p:nvPr/>
          </p:nvSpPr>
          <p:spPr>
            <a:xfrm>
              <a:off x="9427861" y="339873"/>
              <a:ext cx="5949692" cy="5949692"/>
            </a:xfrm>
            <a:prstGeom prst="ellipse">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5" name="Forme">
              <a:extLst>
                <a:ext uri="{FF2B5EF4-FFF2-40B4-BE49-F238E27FC236}">
                  <a16:creationId xmlns:a16="http://schemas.microsoft.com/office/drawing/2014/main" id="{133CAE6E-EAED-E0BA-3B7D-856F5E0E8B3D}"/>
                </a:ext>
              </a:extLst>
            </p:cNvPr>
            <p:cNvSpPr/>
            <p:nvPr/>
          </p:nvSpPr>
          <p:spPr>
            <a:xfrm>
              <a:off x="9335008" y="164592"/>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grpSp>
        <p:nvGrpSpPr>
          <p:cNvPr id="6" name="Groupe 5">
            <a:extLst>
              <a:ext uri="{FF2B5EF4-FFF2-40B4-BE49-F238E27FC236}">
                <a16:creationId xmlns:a16="http://schemas.microsoft.com/office/drawing/2014/main" id="{7221AEEC-FE51-113A-42A2-CFA0C77AC6EF}"/>
              </a:ext>
            </a:extLst>
          </p:cNvPr>
          <p:cNvGrpSpPr/>
          <p:nvPr/>
        </p:nvGrpSpPr>
        <p:grpSpPr>
          <a:xfrm>
            <a:off x="8876520" y="3790309"/>
            <a:ext cx="2626859" cy="2662693"/>
            <a:chOff x="9335008" y="164592"/>
            <a:chExt cx="6042545" cy="6124973"/>
          </a:xfrm>
        </p:grpSpPr>
        <p:sp>
          <p:nvSpPr>
            <p:cNvPr id="8" name="Forme">
              <a:extLst>
                <a:ext uri="{FF2B5EF4-FFF2-40B4-BE49-F238E27FC236}">
                  <a16:creationId xmlns:a16="http://schemas.microsoft.com/office/drawing/2014/main" id="{394E3C3F-1816-18C0-8AF1-8F606BFDE353}"/>
                </a:ext>
              </a:extLst>
            </p:cNvPr>
            <p:cNvSpPr/>
            <p:nvPr/>
          </p:nvSpPr>
          <p:spPr>
            <a:xfrm>
              <a:off x="9427861" y="339873"/>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Forme">
              <a:extLst>
                <a:ext uri="{FF2B5EF4-FFF2-40B4-BE49-F238E27FC236}">
                  <a16:creationId xmlns:a16="http://schemas.microsoft.com/office/drawing/2014/main" id="{09A7CB0C-D02A-0482-2950-D29D23913B78}"/>
                </a:ext>
              </a:extLst>
            </p:cNvPr>
            <p:cNvSpPr/>
            <p:nvPr/>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sp>
        <p:nvSpPr>
          <p:cNvPr id="30" name="Espace réservé de la date 3">
            <a:extLst>
              <a:ext uri="{FF2B5EF4-FFF2-40B4-BE49-F238E27FC236}">
                <a16:creationId xmlns:a16="http://schemas.microsoft.com/office/drawing/2014/main" id="{775E6E67-B705-438A-3157-9FAFB486AB35}"/>
              </a:ext>
            </a:extLst>
          </p:cNvPr>
          <p:cNvSpPr>
            <a:spLocks noGrp="1"/>
          </p:cNvSpPr>
          <p:nvPr>
            <p:ph type="dt" sz="half" idx="2"/>
          </p:nvPr>
        </p:nvSpPr>
        <p:spPr>
          <a:xfrm>
            <a:off x="612647" y="6453002"/>
            <a:ext cx="3494314" cy="365125"/>
          </a:xfrm>
          <a:prstGeom prst="rect">
            <a:avLst/>
          </a:prstGeom>
        </p:spPr>
        <p:txBody>
          <a:bodyPr rtlCol="0"/>
          <a:lstStyle>
            <a:lvl1pPr>
              <a:defRPr sz="1200">
                <a:solidFill>
                  <a:schemeClr val="tx1"/>
                </a:solidFill>
              </a:defRPr>
            </a:lvl1pPr>
          </a:lstStyle>
          <a:p>
            <a:pPr rtl="0"/>
            <a:endParaRPr lang="en-US"/>
          </a:p>
        </p:txBody>
      </p:sp>
      <p:sp>
        <p:nvSpPr>
          <p:cNvPr id="31" name="Espace réservé du pied de page 4">
            <a:extLst>
              <a:ext uri="{FF2B5EF4-FFF2-40B4-BE49-F238E27FC236}">
                <a16:creationId xmlns:a16="http://schemas.microsoft.com/office/drawing/2014/main" id="{BD0F76B1-559F-8954-20E8-36B7DDEC3449}"/>
              </a:ext>
            </a:extLst>
          </p:cNvPr>
          <p:cNvSpPr>
            <a:spLocks noGrp="1"/>
          </p:cNvSpPr>
          <p:nvPr>
            <p:ph type="ftr" sz="quarter" idx="3"/>
          </p:nvPr>
        </p:nvSpPr>
        <p:spPr>
          <a:xfrm>
            <a:off x="8394504" y="6453002"/>
            <a:ext cx="2805405" cy="365125"/>
          </a:xfrm>
          <a:prstGeom prst="rect">
            <a:avLst/>
          </a:prstGeom>
        </p:spPr>
        <p:txBody>
          <a:bodyPr rtlCol="0"/>
          <a:lstStyle>
            <a:lvl1pPr>
              <a:defRPr sz="1200">
                <a:solidFill>
                  <a:schemeClr val="tx1"/>
                </a:solidFill>
              </a:defRPr>
            </a:lvl1pPr>
          </a:lstStyle>
          <a:p>
            <a:pPr rtl="0"/>
            <a:endParaRPr lang="en-US"/>
          </a:p>
        </p:txBody>
      </p:sp>
      <p:sp>
        <p:nvSpPr>
          <p:cNvPr id="32" name="Espace réservé du numéro de diapositive 5">
            <a:extLst>
              <a:ext uri="{FF2B5EF4-FFF2-40B4-BE49-F238E27FC236}">
                <a16:creationId xmlns:a16="http://schemas.microsoft.com/office/drawing/2014/main" id="{FD894493-8572-6DB5-5FEB-3D8705FE62A0}"/>
              </a:ext>
            </a:extLst>
          </p:cNvPr>
          <p:cNvSpPr>
            <a:spLocks noGrp="1"/>
          </p:cNvSpPr>
          <p:nvPr>
            <p:ph type="sldNum" sz="quarter" idx="4"/>
          </p:nvPr>
        </p:nvSpPr>
        <p:spPr>
          <a:xfrm>
            <a:off x="11150145" y="6453002"/>
            <a:ext cx="429207" cy="365125"/>
          </a:xfrm>
          <a:prstGeom prst="rect">
            <a:avLst/>
          </a:prstGeom>
        </p:spPr>
        <p:txBody>
          <a:bodyPr rtlCol="0"/>
          <a:lstStyle>
            <a:lvl1pPr>
              <a:defRPr sz="1200">
                <a:solidFill>
                  <a:schemeClr val="tx1"/>
                </a:solidFill>
              </a:defRPr>
            </a:lvl1pPr>
          </a:lstStyle>
          <a:p>
            <a:pPr rtl="0"/>
            <a:fld id="{CC057153-B650-4DEB-B370-79DDCFDCE934}" type="slidenum">
              <a:rPr lang="en-US" smtClean="0"/>
              <a:pPr rtl="0"/>
              <a:t>‹N°›</a:t>
            </a:fld>
            <a:endParaRPr lang="en-US"/>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125692" cy="3689909"/>
          </a:xfrm>
        </p:spPr>
        <p:txBody>
          <a:bodyPr rtlCol="0">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125692" cy="1554480"/>
          </a:xfrm>
        </p:spPr>
        <p:txBody>
          <a:bodyPr rtlCol="0" anchor="b">
            <a:normAutofit/>
          </a:bodyPr>
          <a:lstStyle>
            <a:lvl1pPr>
              <a:defRPr sz="4400">
                <a:solidFill>
                  <a:schemeClr val="tx1"/>
                </a:solidFill>
              </a:defRPr>
            </a:lvl1pPr>
          </a:lstStyle>
          <a:p>
            <a:pPr rtl="0"/>
            <a:r>
              <a:rPr lang="fr"/>
              <a:t>Modifiez le style du titre</a:t>
            </a:r>
            <a:endParaRPr lang="en-US"/>
          </a:p>
        </p:txBody>
      </p:sp>
    </p:spTree>
    <p:extLst>
      <p:ext uri="{BB962C8B-B14F-4D97-AF65-F5344CB8AC3E}">
        <p14:creationId xmlns:p14="http://schemas.microsoft.com/office/powerpoint/2010/main" val="59553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re, Contenu 1 (max)">
    <p:bg>
      <p:bgPr>
        <a:solidFill>
          <a:schemeClr val="accent1"/>
        </a:solidFill>
        <a:effectLst/>
      </p:bgPr>
    </p:bg>
    <p:spTree>
      <p:nvGrpSpPr>
        <p:cNvPr id="1" name=""/>
        <p:cNvGrpSpPr/>
        <p:nvPr/>
      </p:nvGrpSpPr>
      <p:grpSpPr>
        <a:xfrm>
          <a:off x="0" y="0"/>
          <a:ext cx="0" cy="0"/>
          <a:chOff x="0" y="0"/>
          <a:chExt cx="0" cy="0"/>
        </a:xfrm>
      </p:grpSpPr>
      <p:sp>
        <p:nvSpPr>
          <p:cNvPr id="30" name="Espace réservé de la date 3">
            <a:extLst>
              <a:ext uri="{FF2B5EF4-FFF2-40B4-BE49-F238E27FC236}">
                <a16:creationId xmlns:a16="http://schemas.microsoft.com/office/drawing/2014/main" id="{29ED1FCF-34AE-55B5-7EA2-DCC3B58B4414}"/>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31" name="Espace réservé du pied de page 4">
            <a:extLst>
              <a:ext uri="{FF2B5EF4-FFF2-40B4-BE49-F238E27FC236}">
                <a16:creationId xmlns:a16="http://schemas.microsoft.com/office/drawing/2014/main" id="{114D0EE2-5EA4-6FAC-3193-C269426CBCE9}"/>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32" name="Espace réservé du numéro de diapositive 5">
            <a:extLst>
              <a:ext uri="{FF2B5EF4-FFF2-40B4-BE49-F238E27FC236}">
                <a16:creationId xmlns:a16="http://schemas.microsoft.com/office/drawing/2014/main" id="{FE12886A-E7A1-1207-B7DC-D3AC7E41929D}"/>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rtlCol="0" anchor="ctr">
            <a:normAutofit/>
          </a:bodyPr>
          <a:lstStyle>
            <a:lvl1pPr>
              <a:defRPr sz="2400"/>
            </a:lvl1pPr>
          </a:lstStyle>
          <a:p>
            <a:pPr rtl="0"/>
            <a:r>
              <a:rPr lang="fr"/>
              <a:t>Modifiez le style du titre</a:t>
            </a:r>
          </a:p>
        </p:txBody>
      </p:sp>
    </p:spTree>
    <p:extLst>
      <p:ext uri="{BB962C8B-B14F-4D97-AF65-F5344CB8AC3E}">
        <p14:creationId xmlns:p14="http://schemas.microsoft.com/office/powerpoint/2010/main" val="4248714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u uniquement (Max.)">
    <p:bg>
      <p:bgPr>
        <a:solidFill>
          <a:schemeClr val="accent1"/>
        </a:solidFill>
        <a:effectLst/>
      </p:bgPr>
    </p:bg>
    <p:spTree>
      <p:nvGrpSpPr>
        <p:cNvPr id="1" name=""/>
        <p:cNvGrpSpPr/>
        <p:nvPr/>
      </p:nvGrpSpPr>
      <p:grpSpPr>
        <a:xfrm>
          <a:off x="0" y="0"/>
          <a:ext cx="0" cy="0"/>
          <a:chOff x="0" y="0"/>
          <a:chExt cx="0" cy="0"/>
        </a:xfrm>
      </p:grpSpPr>
      <p:sp>
        <p:nvSpPr>
          <p:cNvPr id="24" name="Espace réservé de la date 3">
            <a:extLst>
              <a:ext uri="{FF2B5EF4-FFF2-40B4-BE49-F238E27FC236}">
                <a16:creationId xmlns:a16="http://schemas.microsoft.com/office/drawing/2014/main" id="{7DDCF610-E7A8-B78E-E6A1-2F16A574A4D2}"/>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25" name="Espace réservé du pied de page 4">
            <a:extLst>
              <a:ext uri="{FF2B5EF4-FFF2-40B4-BE49-F238E27FC236}">
                <a16:creationId xmlns:a16="http://schemas.microsoft.com/office/drawing/2014/main" id="{6D2CAE9F-804A-89E2-38FC-0C0A06744696}"/>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6" name="Espace réservé du numéro de diapositive 5">
            <a:extLst>
              <a:ext uri="{FF2B5EF4-FFF2-40B4-BE49-F238E27FC236}">
                <a16:creationId xmlns:a16="http://schemas.microsoft.com/office/drawing/2014/main" id="{B797BD51-163B-4405-6E5E-5631C02C11CB}"/>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rtlCol="0" anchor="ctr">
            <a:normAutofit/>
          </a:bodyPr>
          <a:lstStyle>
            <a:lvl1pPr>
              <a:defRPr sz="2400"/>
            </a:lvl1pPr>
          </a:lstStyle>
          <a:p>
            <a:pPr rtl="0"/>
            <a:r>
              <a:rPr lang="fr"/>
              <a:t>Modifiez le style du titre</a:t>
            </a:r>
          </a:p>
        </p:txBody>
      </p:sp>
    </p:spTree>
    <p:extLst>
      <p:ext uri="{BB962C8B-B14F-4D97-AF65-F5344CB8AC3E}">
        <p14:creationId xmlns:p14="http://schemas.microsoft.com/office/powerpoint/2010/main" val="2435510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u du titre 1">
    <p:bg>
      <p:bgPr>
        <a:solidFill>
          <a:schemeClr val="accent1"/>
        </a:solidFill>
        <a:effectLst/>
      </p:bgPr>
    </p:bg>
    <p:spTree>
      <p:nvGrpSpPr>
        <p:cNvPr id="1" name=""/>
        <p:cNvGrpSpPr/>
        <p:nvPr/>
      </p:nvGrpSpPr>
      <p:grpSpPr>
        <a:xfrm>
          <a:off x="0" y="0"/>
          <a:ext cx="0" cy="0"/>
          <a:chOff x="0" y="0"/>
          <a:chExt cx="0" cy="0"/>
        </a:xfrm>
      </p:grpSpPr>
      <p:sp>
        <p:nvSpPr>
          <p:cNvPr id="31" name="Espace réservé de la date 3">
            <a:extLst>
              <a:ext uri="{FF2B5EF4-FFF2-40B4-BE49-F238E27FC236}">
                <a16:creationId xmlns:a16="http://schemas.microsoft.com/office/drawing/2014/main" id="{73ACA242-A16B-6DFD-762A-068D96E18367}"/>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32" name="Espace réservé du pied de page 4">
            <a:extLst>
              <a:ext uri="{FF2B5EF4-FFF2-40B4-BE49-F238E27FC236}">
                <a16:creationId xmlns:a16="http://schemas.microsoft.com/office/drawing/2014/main" id="{35E03151-BE16-A5AE-E74B-E71D2EEA3D09}"/>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33" name="Espace réservé du numéro de diapositive 5">
            <a:extLst>
              <a:ext uri="{FF2B5EF4-FFF2-40B4-BE49-F238E27FC236}">
                <a16:creationId xmlns:a16="http://schemas.microsoft.com/office/drawing/2014/main" id="{3096065C-6125-F83A-9705-9A6ABBF1F41D}"/>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612647" y="2249714"/>
            <a:ext cx="10966706" cy="405964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612647" y="877456"/>
            <a:ext cx="10966705" cy="1132258"/>
          </a:xfrm>
        </p:spPr>
        <p:txBody>
          <a:bodyPr rtlCol="0"/>
          <a:lstStyle/>
          <a:p>
            <a:pPr rtl="0"/>
            <a:r>
              <a:rPr lang="fr"/>
              <a:t>Modifiez le style du titre</a:t>
            </a:r>
          </a:p>
        </p:txBody>
      </p:sp>
    </p:spTree>
    <p:extLst>
      <p:ext uri="{BB962C8B-B14F-4D97-AF65-F5344CB8AC3E}">
        <p14:creationId xmlns:p14="http://schemas.microsoft.com/office/powerpoint/2010/main" val="3654832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u du titre 2">
    <p:bg>
      <p:bgPr>
        <a:solidFill>
          <a:schemeClr val="accent3"/>
        </a:solidFill>
        <a:effectLst/>
      </p:bgPr>
    </p:bg>
    <p:spTree>
      <p:nvGrpSpPr>
        <p:cNvPr id="1" name=""/>
        <p:cNvGrpSpPr/>
        <p:nvPr/>
      </p:nvGrpSpPr>
      <p:grpSpPr>
        <a:xfrm>
          <a:off x="0" y="0"/>
          <a:ext cx="0" cy="0"/>
          <a:chOff x="0" y="0"/>
          <a:chExt cx="0" cy="0"/>
        </a:xfrm>
      </p:grpSpPr>
      <p:grpSp>
        <p:nvGrpSpPr>
          <p:cNvPr id="35" name="Groupe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Form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37" name="Form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44" name="Espace réservé de la date 3">
            <a:extLst>
              <a:ext uri="{FF2B5EF4-FFF2-40B4-BE49-F238E27FC236}">
                <a16:creationId xmlns:a16="http://schemas.microsoft.com/office/drawing/2014/main" id="{80049690-5071-BD55-097B-94E1C622C696}"/>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45" name="Espace réservé du pied de page 4">
            <a:extLst>
              <a:ext uri="{FF2B5EF4-FFF2-40B4-BE49-F238E27FC236}">
                <a16:creationId xmlns:a16="http://schemas.microsoft.com/office/drawing/2014/main" id="{BD4CD991-3BD0-96BF-8EFE-2704DC4AF585}"/>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46" name="Espace réservé du numéro de diapositive 5">
            <a:extLst>
              <a:ext uri="{FF2B5EF4-FFF2-40B4-BE49-F238E27FC236}">
                <a16:creationId xmlns:a16="http://schemas.microsoft.com/office/drawing/2014/main" id="{2D7AB2FB-45CB-9650-D69B-C25425E33E8E}"/>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rtlCol="0"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409675" y="2129873"/>
            <a:ext cx="4325112" cy="2454796"/>
          </a:xfrm>
        </p:spPr>
        <p:txBody>
          <a:bodyPr rtlCol="0" anchor="ctr">
            <a:normAutofit/>
          </a:bodyPr>
          <a:lstStyle>
            <a:lvl1pPr algn="ctr">
              <a:defRPr sz="4400"/>
            </a:lvl1pPr>
          </a:lstStyle>
          <a:p>
            <a:pPr rtl="0"/>
            <a:r>
              <a:rPr lang="fr"/>
              <a:t>Modifiez le style du titre</a:t>
            </a:r>
            <a:endParaRPr lang="en-US"/>
          </a:p>
        </p:txBody>
      </p:sp>
    </p:spTree>
    <p:extLst>
      <p:ext uri="{BB962C8B-B14F-4D97-AF65-F5344CB8AC3E}">
        <p14:creationId xmlns:p14="http://schemas.microsoft.com/office/powerpoint/2010/main" val="556667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u du titre 3">
    <p:bg>
      <p:bgPr>
        <a:solidFill>
          <a:schemeClr val="tx2"/>
        </a:solidFill>
        <a:effectLst/>
      </p:bgPr>
    </p:bg>
    <p:spTree>
      <p:nvGrpSpPr>
        <p:cNvPr id="1" name=""/>
        <p:cNvGrpSpPr/>
        <p:nvPr/>
      </p:nvGrpSpPr>
      <p:grpSpPr>
        <a:xfrm>
          <a:off x="0" y="0"/>
          <a:ext cx="0" cy="0"/>
          <a:chOff x="0" y="0"/>
          <a:chExt cx="0" cy="0"/>
        </a:xfrm>
      </p:grpSpPr>
      <p:grpSp>
        <p:nvGrpSpPr>
          <p:cNvPr id="27" name="Groupe 26">
            <a:extLst>
              <a:ext uri="{FF2B5EF4-FFF2-40B4-BE49-F238E27FC236}">
                <a16:creationId xmlns:a16="http://schemas.microsoft.com/office/drawing/2014/main" id="{C88823FA-BCE8-BE0F-3474-1FFC8DE4AC59}"/>
              </a:ext>
            </a:extLst>
          </p:cNvPr>
          <p:cNvGrpSpPr/>
          <p:nvPr/>
        </p:nvGrpSpPr>
        <p:grpSpPr>
          <a:xfrm>
            <a:off x="858371" y="971570"/>
            <a:ext cx="4956175" cy="4914861"/>
            <a:chOff x="521208" y="647905"/>
            <a:chExt cx="11365969" cy="5565740"/>
          </a:xfrm>
        </p:grpSpPr>
        <p:sp>
          <p:nvSpPr>
            <p:cNvPr id="28" name="Forme">
              <a:extLst>
                <a:ext uri="{FF2B5EF4-FFF2-40B4-BE49-F238E27FC236}">
                  <a16:creationId xmlns:a16="http://schemas.microsoft.com/office/drawing/2014/main" id="{8755C3D9-8DB9-D618-748B-B6E2A1EF8E9F}"/>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9" name="Forme">
              <a:extLst>
                <a:ext uri="{FF2B5EF4-FFF2-40B4-BE49-F238E27FC236}">
                  <a16:creationId xmlns:a16="http://schemas.microsoft.com/office/drawing/2014/main" id="{23865804-C82C-A447-A04C-ABF4010702B9}"/>
                </a:ext>
              </a:extLst>
            </p:cNvPr>
            <p:cNvSpPr/>
            <p:nvPr/>
          </p:nvSpPr>
          <p:spPr>
            <a:xfrm>
              <a:off x="521208" y="647905"/>
              <a:ext cx="11047664" cy="5370983"/>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3" name="Espace réservé de la date 3">
            <a:extLst>
              <a:ext uri="{FF2B5EF4-FFF2-40B4-BE49-F238E27FC236}">
                <a16:creationId xmlns:a16="http://schemas.microsoft.com/office/drawing/2014/main" id="{E2295D06-A657-EBA5-DDDB-4E4E49D2E296}"/>
              </a:ext>
            </a:extLst>
          </p:cNvPr>
          <p:cNvSpPr>
            <a:spLocks noGrp="1"/>
          </p:cNvSpPr>
          <p:nvPr>
            <p:ph type="dt" sz="half" idx="2"/>
          </p:nvPr>
        </p:nvSpPr>
        <p:spPr>
          <a:xfrm>
            <a:off x="612647" y="6453002"/>
            <a:ext cx="3494314" cy="365125"/>
          </a:xfrm>
          <a:prstGeom prst="rect">
            <a:avLst/>
          </a:prstGeom>
        </p:spPr>
        <p:txBody>
          <a:bodyPr rtlCol="0"/>
          <a:lstStyle>
            <a:lvl1pPr>
              <a:defRPr sz="1200">
                <a:solidFill>
                  <a:schemeClr val="bg1"/>
                </a:solidFill>
              </a:defRPr>
            </a:lvl1pPr>
          </a:lstStyle>
          <a:p>
            <a:pPr rtl="0"/>
            <a:endParaRPr lang="en-US"/>
          </a:p>
        </p:txBody>
      </p:sp>
      <p:sp>
        <p:nvSpPr>
          <p:cNvPr id="34" name="Espace réservé du pied de page 4">
            <a:extLst>
              <a:ext uri="{FF2B5EF4-FFF2-40B4-BE49-F238E27FC236}">
                <a16:creationId xmlns:a16="http://schemas.microsoft.com/office/drawing/2014/main" id="{1CF9B0FB-ACF7-6D9F-99BE-4DD747344871}"/>
              </a:ext>
            </a:extLst>
          </p:cNvPr>
          <p:cNvSpPr>
            <a:spLocks noGrp="1"/>
          </p:cNvSpPr>
          <p:nvPr>
            <p:ph type="ftr" sz="quarter" idx="3"/>
          </p:nvPr>
        </p:nvSpPr>
        <p:spPr>
          <a:xfrm>
            <a:off x="8394504" y="6453002"/>
            <a:ext cx="2805405" cy="365125"/>
          </a:xfrm>
          <a:prstGeom prst="rect">
            <a:avLst/>
          </a:prstGeom>
        </p:spPr>
        <p:txBody>
          <a:bodyPr rtlCol="0"/>
          <a:lstStyle>
            <a:lvl1pPr>
              <a:defRPr sz="1200">
                <a:solidFill>
                  <a:schemeClr val="bg1"/>
                </a:solidFill>
              </a:defRPr>
            </a:lvl1pPr>
          </a:lstStyle>
          <a:p>
            <a:pPr rtl="0"/>
            <a:endParaRPr lang="en-US"/>
          </a:p>
        </p:txBody>
      </p:sp>
      <p:sp>
        <p:nvSpPr>
          <p:cNvPr id="35" name="Espace réservé du numéro de diapositive 5">
            <a:extLst>
              <a:ext uri="{FF2B5EF4-FFF2-40B4-BE49-F238E27FC236}">
                <a16:creationId xmlns:a16="http://schemas.microsoft.com/office/drawing/2014/main" id="{22A91196-EB20-2426-81AB-1BD198D41E00}"/>
              </a:ext>
            </a:extLst>
          </p:cNvPr>
          <p:cNvSpPr>
            <a:spLocks noGrp="1"/>
          </p:cNvSpPr>
          <p:nvPr>
            <p:ph type="sldNum" sz="quarter" idx="4"/>
          </p:nvPr>
        </p:nvSpPr>
        <p:spPr>
          <a:xfrm>
            <a:off x="11150145" y="6453002"/>
            <a:ext cx="429207" cy="365125"/>
          </a:xfrm>
          <a:prstGeom prst="rect">
            <a:avLst/>
          </a:prstGeom>
        </p:spPr>
        <p:txBody>
          <a:bodyPr rtlCol="0"/>
          <a:lstStyle>
            <a:lvl1pPr>
              <a:defRPr sz="1200">
                <a:solidFill>
                  <a:schemeClr val="bg1"/>
                </a:solidFill>
              </a:defRPr>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D42D62A0-8127-CE86-0633-0D65E1E136F7}"/>
              </a:ext>
            </a:extLst>
          </p:cNvPr>
          <p:cNvSpPr>
            <a:spLocks noGrp="1"/>
          </p:cNvSpPr>
          <p:nvPr>
            <p:ph sz="quarter" idx="13"/>
          </p:nvPr>
        </p:nvSpPr>
        <p:spPr>
          <a:xfrm>
            <a:off x="6377454" y="1651000"/>
            <a:ext cx="4956175" cy="3556000"/>
          </a:xfrm>
        </p:spPr>
        <p:txBody>
          <a:bodyPr rtlCol="0"/>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914400" indent="0">
              <a:buNone/>
              <a:defRPr>
                <a:solidFill>
                  <a:schemeClr val="bg1"/>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360535" y="1564502"/>
            <a:ext cx="3813048" cy="3557016"/>
          </a:xfrm>
        </p:spPr>
        <p:txBody>
          <a:bodyPr rtlCol="0" anchor="ctr">
            <a:normAutofit/>
          </a:bodyPr>
          <a:lstStyle>
            <a:lvl1pPr algn="ctr">
              <a:defRPr sz="3600"/>
            </a:lvl1pPr>
          </a:lstStyle>
          <a:p>
            <a:pPr rtl="0"/>
            <a:r>
              <a:rPr lang="fr"/>
              <a:t>Modifiez le style du titre</a:t>
            </a:r>
            <a:endParaRPr lang="en-US"/>
          </a:p>
        </p:txBody>
      </p:sp>
    </p:spTree>
    <p:extLst>
      <p:ext uri="{BB962C8B-B14F-4D97-AF65-F5344CB8AC3E}">
        <p14:creationId xmlns:p14="http://schemas.microsoft.com/office/powerpoint/2010/main" val="3017336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u du titre 4">
    <p:bg>
      <p:bgPr>
        <a:solidFill>
          <a:schemeClr val="accent2"/>
        </a:solidFill>
        <a:effectLst/>
      </p:bgPr>
    </p:bg>
    <p:spTree>
      <p:nvGrpSpPr>
        <p:cNvPr id="1" name=""/>
        <p:cNvGrpSpPr/>
        <p:nvPr/>
      </p:nvGrpSpPr>
      <p:grpSpPr>
        <a:xfrm>
          <a:off x="0" y="0"/>
          <a:ext cx="0" cy="0"/>
          <a:chOff x="0" y="0"/>
          <a:chExt cx="0" cy="0"/>
        </a:xfrm>
      </p:grpSpPr>
      <p:sp>
        <p:nvSpPr>
          <p:cNvPr id="27" name="Espace réservé de la date 3">
            <a:extLst>
              <a:ext uri="{FF2B5EF4-FFF2-40B4-BE49-F238E27FC236}">
                <a16:creationId xmlns:a16="http://schemas.microsoft.com/office/drawing/2014/main" id="{420A3F8D-B31C-9E60-ECAD-B5124B5451CA}"/>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28" name="Espace réservé du pied de page 4">
            <a:extLst>
              <a:ext uri="{FF2B5EF4-FFF2-40B4-BE49-F238E27FC236}">
                <a16:creationId xmlns:a16="http://schemas.microsoft.com/office/drawing/2014/main" id="{ED6AD99E-E3FA-BDB8-D0C0-F2BFE1932201}"/>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9" name="Espace réservé du numéro de diapositive 5">
            <a:extLst>
              <a:ext uri="{FF2B5EF4-FFF2-40B4-BE49-F238E27FC236}">
                <a16:creationId xmlns:a16="http://schemas.microsoft.com/office/drawing/2014/main" id="{3FEE1A64-18F2-09A0-D35E-BEED4693B1BA}"/>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rtlCol="0">
            <a:normAutofit/>
          </a:bodyPr>
          <a:lstStyle>
            <a:lvl1pPr>
              <a:defRPr sz="3600"/>
            </a:lvl1pPr>
          </a:lstStyle>
          <a:p>
            <a:pPr rtl="0"/>
            <a:r>
              <a:rPr lang="fr"/>
              <a:t>Modifiez le style du titre</a:t>
            </a:r>
          </a:p>
        </p:txBody>
      </p:sp>
    </p:spTree>
    <p:extLst>
      <p:ext uri="{BB962C8B-B14F-4D97-AF65-F5344CB8AC3E}">
        <p14:creationId xmlns:p14="http://schemas.microsoft.com/office/powerpoint/2010/main" val="3617921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u du titre 5">
    <p:bg>
      <p:bgPr>
        <a:solidFill>
          <a:schemeClr val="accent1"/>
        </a:solidFill>
        <a:effectLst/>
      </p:bgPr>
    </p:bg>
    <p:spTree>
      <p:nvGrpSpPr>
        <p:cNvPr id="1" name=""/>
        <p:cNvGrpSpPr/>
        <p:nvPr/>
      </p:nvGrpSpPr>
      <p:grpSpPr>
        <a:xfrm>
          <a:off x="0" y="0"/>
          <a:ext cx="0" cy="0"/>
          <a:chOff x="0" y="0"/>
          <a:chExt cx="0" cy="0"/>
        </a:xfrm>
      </p:grpSpPr>
      <p:sp>
        <p:nvSpPr>
          <p:cNvPr id="30" name="Espace réservé de la date 3">
            <a:extLst>
              <a:ext uri="{FF2B5EF4-FFF2-40B4-BE49-F238E27FC236}">
                <a16:creationId xmlns:a16="http://schemas.microsoft.com/office/drawing/2014/main" id="{9075E5A6-721F-FD47-6D1D-0064785551CB}"/>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31" name="Espace réservé du pied de page 4">
            <a:extLst>
              <a:ext uri="{FF2B5EF4-FFF2-40B4-BE49-F238E27FC236}">
                <a16:creationId xmlns:a16="http://schemas.microsoft.com/office/drawing/2014/main" id="{B29386A1-724D-C280-A56A-85256C692BCA}"/>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32" name="Espace réservé du numéro de diapositive 5">
            <a:extLst>
              <a:ext uri="{FF2B5EF4-FFF2-40B4-BE49-F238E27FC236}">
                <a16:creationId xmlns:a16="http://schemas.microsoft.com/office/drawing/2014/main" id="{C19B6AFA-2BE0-E78C-3044-99587D4FC339}"/>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rtlCol="0">
            <a:normAutofit/>
          </a:bodyPr>
          <a:lstStyle>
            <a:lvl1pPr>
              <a:defRPr sz="3600"/>
            </a:lvl1pPr>
          </a:lstStyle>
          <a:p>
            <a:pPr rtl="0"/>
            <a:r>
              <a:rPr lang="fr"/>
              <a:t>Modifiez le style du titre</a:t>
            </a:r>
          </a:p>
        </p:txBody>
      </p:sp>
    </p:spTree>
    <p:extLst>
      <p:ext uri="{BB962C8B-B14F-4D97-AF65-F5344CB8AC3E}">
        <p14:creationId xmlns:p14="http://schemas.microsoft.com/office/powerpoint/2010/main" val="2447305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u du titre 6">
    <p:bg>
      <p:bgPr>
        <a:solidFill>
          <a:schemeClr val="accent2"/>
        </a:solidFill>
        <a:effectLst/>
      </p:bgPr>
    </p:bg>
    <p:spTree>
      <p:nvGrpSpPr>
        <p:cNvPr id="1" name=""/>
        <p:cNvGrpSpPr/>
        <p:nvPr/>
      </p:nvGrpSpPr>
      <p:grpSpPr>
        <a:xfrm>
          <a:off x="0" y="0"/>
          <a:ext cx="0" cy="0"/>
          <a:chOff x="0" y="0"/>
          <a:chExt cx="0" cy="0"/>
        </a:xfrm>
      </p:grpSpPr>
      <p:sp>
        <p:nvSpPr>
          <p:cNvPr id="36" name="Espace réservé de la date 3">
            <a:extLst>
              <a:ext uri="{FF2B5EF4-FFF2-40B4-BE49-F238E27FC236}">
                <a16:creationId xmlns:a16="http://schemas.microsoft.com/office/drawing/2014/main" id="{B06A14E2-F768-B607-037E-E827C5D71869}"/>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37" name="Espace réservé du pied de page 4">
            <a:extLst>
              <a:ext uri="{FF2B5EF4-FFF2-40B4-BE49-F238E27FC236}">
                <a16:creationId xmlns:a16="http://schemas.microsoft.com/office/drawing/2014/main" id="{2C37B129-3F72-077A-A756-6F81FA3784CB}"/>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38" name="Espace réservé du numéro de diapositive 5">
            <a:extLst>
              <a:ext uri="{FF2B5EF4-FFF2-40B4-BE49-F238E27FC236}">
                <a16:creationId xmlns:a16="http://schemas.microsoft.com/office/drawing/2014/main" id="{99D6C3D4-899F-09EA-43F7-C860867F9D28}"/>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rtlCol="0">
            <a:normAutofit/>
          </a:bodyPr>
          <a:lstStyle>
            <a:lvl1pPr>
              <a:defRPr sz="3200"/>
            </a:lvl1pPr>
          </a:lstStyle>
          <a:p>
            <a:pPr rtl="0"/>
            <a:r>
              <a:rPr lang="fr"/>
              <a:t>Modifiez le style du titre</a:t>
            </a:r>
          </a:p>
        </p:txBody>
      </p:sp>
    </p:spTree>
    <p:extLst>
      <p:ext uri="{BB962C8B-B14F-4D97-AF65-F5344CB8AC3E}">
        <p14:creationId xmlns:p14="http://schemas.microsoft.com/office/powerpoint/2010/main" val="10528759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du contenu 1">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cstate="print">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5" name="Espace réservé du pied de page 4">
            <a:extLst>
              <a:ext uri="{FF2B5EF4-FFF2-40B4-BE49-F238E27FC236}">
                <a16:creationId xmlns:a16="http://schemas.microsoft.com/office/drawing/2014/main" id="{F58560E1-761E-32CC-83B8-F2F5E36FF286}"/>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6" name="Espace réservé du numéro de diapositive 5">
            <a:extLst>
              <a:ext uri="{FF2B5EF4-FFF2-40B4-BE49-F238E27FC236}">
                <a16:creationId xmlns:a16="http://schemas.microsoft.com/office/drawing/2014/main" id="{E265D5C8-D1EB-E87C-B8D8-D7D29131F338}"/>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5396197" y="1828800"/>
            <a:ext cx="6214356" cy="4489704"/>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95689" y="548640"/>
            <a:ext cx="6236473" cy="1143000"/>
          </a:xfrm>
        </p:spPr>
        <p:txBody>
          <a:bodyPr rtlCol="0" anchor="b"/>
          <a:lstStyle/>
          <a:p>
            <a:pPr rtl="0"/>
            <a:r>
              <a:rPr lang="fr"/>
              <a:t>Modifiez le style du titre</a:t>
            </a:r>
            <a:endParaRPr lang="en-US"/>
          </a:p>
        </p:txBody>
      </p:sp>
    </p:spTree>
    <p:extLst>
      <p:ext uri="{BB962C8B-B14F-4D97-AF65-F5344CB8AC3E}">
        <p14:creationId xmlns:p14="http://schemas.microsoft.com/office/powerpoint/2010/main" val="13878624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du contenu 2">
    <p:bg>
      <p:bgPr>
        <a:solidFill>
          <a:schemeClr val="accent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3" name="Espace réservé de la date 3">
            <a:extLst>
              <a:ext uri="{FF2B5EF4-FFF2-40B4-BE49-F238E27FC236}">
                <a16:creationId xmlns:a16="http://schemas.microsoft.com/office/drawing/2014/main" id="{BC1263D1-A154-80CD-A655-69724CBC3C14}"/>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rtlCol="0" anchor="b"/>
          <a:lstStyle/>
          <a:p>
            <a:pPr rtl="0"/>
            <a:r>
              <a:rPr lang="fr"/>
              <a:t>Modifiez le style du titre</a:t>
            </a:r>
          </a:p>
        </p:txBody>
      </p:sp>
    </p:spTree>
    <p:extLst>
      <p:ext uri="{BB962C8B-B14F-4D97-AF65-F5344CB8AC3E}">
        <p14:creationId xmlns:p14="http://schemas.microsoft.com/office/powerpoint/2010/main" val="24914122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du contenu 3">
    <p:bg>
      <p:bgPr>
        <a:solidFill>
          <a:schemeClr val="accent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5" name="Espace réservé du pied de page 4">
            <a:extLst>
              <a:ext uri="{FF2B5EF4-FFF2-40B4-BE49-F238E27FC236}">
                <a16:creationId xmlns:a16="http://schemas.microsoft.com/office/drawing/2014/main" id="{A6EAE270-E34C-74DC-314D-266D5D7C63F9}"/>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6" name="Espace réservé du numéro de diapositive 5">
            <a:extLst>
              <a:ext uri="{FF2B5EF4-FFF2-40B4-BE49-F238E27FC236}">
                <a16:creationId xmlns:a16="http://schemas.microsoft.com/office/drawing/2014/main" id="{327E827E-3B52-0E33-BF57-070DAB2F5E60}"/>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4625672" y="1380744"/>
            <a:ext cx="6978064" cy="498348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4625672" y="320040"/>
            <a:ext cx="6978064" cy="932688"/>
          </a:xfrm>
        </p:spPr>
        <p:txBody>
          <a:bodyPr rtlCol="0" anchor="b"/>
          <a:lstStyle/>
          <a:p>
            <a:pPr rtl="0"/>
            <a:r>
              <a:rPr lang="fr"/>
              <a:t>Modifiez le style du titre</a:t>
            </a:r>
            <a:endParaRPr lang="en-US"/>
          </a:p>
        </p:txBody>
      </p:sp>
    </p:spTree>
    <p:extLst>
      <p:ext uri="{BB962C8B-B14F-4D97-AF65-F5344CB8AC3E}">
        <p14:creationId xmlns:p14="http://schemas.microsoft.com/office/powerpoint/2010/main" val="9270108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du contenu 4">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3" name="Espace réservé de la date 3">
            <a:extLst>
              <a:ext uri="{FF2B5EF4-FFF2-40B4-BE49-F238E27FC236}">
                <a16:creationId xmlns:a16="http://schemas.microsoft.com/office/drawing/2014/main" id="{F74E7AD2-F618-F89F-2C40-2B1095ECD659}"/>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rtlCol="0" anchor="b"/>
          <a:lstStyle/>
          <a:p>
            <a:pPr rtl="0"/>
            <a:r>
              <a:rPr lang="fr"/>
              <a:t>Modifiez le style du titre</a:t>
            </a:r>
          </a:p>
        </p:txBody>
      </p:sp>
    </p:spTree>
    <p:extLst>
      <p:ext uri="{BB962C8B-B14F-4D97-AF65-F5344CB8AC3E}">
        <p14:creationId xmlns:p14="http://schemas.microsoft.com/office/powerpoint/2010/main" val="22363736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hoto du contenu 5">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print">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4" name="Espace réservé du pied de page 4">
            <a:extLst>
              <a:ext uri="{FF2B5EF4-FFF2-40B4-BE49-F238E27FC236}">
                <a16:creationId xmlns:a16="http://schemas.microsoft.com/office/drawing/2014/main" id="{FA246DD3-9410-01BB-0EDF-1915600A717B}"/>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5" name="Espace réservé du numéro de diapositive 5">
            <a:extLst>
              <a:ext uri="{FF2B5EF4-FFF2-40B4-BE49-F238E27FC236}">
                <a16:creationId xmlns:a16="http://schemas.microsoft.com/office/drawing/2014/main" id="{78EAF76A-C7D0-184E-B4CF-DD2577EB68B0}"/>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rtlCol="0" anchor="b"/>
          <a:lstStyle/>
          <a:p>
            <a:pPr rtl="0"/>
            <a:r>
              <a:rPr lang="fr"/>
              <a:t>Modifiez le style du titre</a:t>
            </a:r>
          </a:p>
        </p:txBody>
      </p:sp>
    </p:spTree>
    <p:extLst>
      <p:ext uri="{BB962C8B-B14F-4D97-AF65-F5344CB8AC3E}">
        <p14:creationId xmlns:p14="http://schemas.microsoft.com/office/powerpoint/2010/main" val="1652502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du contenu 6">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cstate="print">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6" name="Espace réservé de la date 3">
            <a:extLst>
              <a:ext uri="{FF2B5EF4-FFF2-40B4-BE49-F238E27FC236}">
                <a16:creationId xmlns:a16="http://schemas.microsoft.com/office/drawing/2014/main" id="{19A63417-03B1-BF18-1CDD-DCAC77DF2E9E}"/>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rtlCol="0" anchor="b"/>
          <a:lstStyle/>
          <a:p>
            <a:pPr rtl="0"/>
            <a:r>
              <a:rPr lang="fr"/>
              <a:t>Modifiez le style du titre</a:t>
            </a:r>
          </a:p>
        </p:txBody>
      </p:sp>
    </p:spTree>
    <p:extLst>
      <p:ext uri="{BB962C8B-B14F-4D97-AF65-F5344CB8AC3E}">
        <p14:creationId xmlns:p14="http://schemas.microsoft.com/office/powerpoint/2010/main" val="18744081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u de la photo 7">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3" cstate="print">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5" name="Espace réservé du pied de page 4">
            <a:extLst>
              <a:ext uri="{FF2B5EF4-FFF2-40B4-BE49-F238E27FC236}">
                <a16:creationId xmlns:a16="http://schemas.microsoft.com/office/drawing/2014/main" id="{FD46BFA2-B61E-EDB1-C72F-8C8198CFBBE0}"/>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6" name="Espace réservé du numéro de diapositive 5">
            <a:extLst>
              <a:ext uri="{FF2B5EF4-FFF2-40B4-BE49-F238E27FC236}">
                <a16:creationId xmlns:a16="http://schemas.microsoft.com/office/drawing/2014/main" id="{FA009734-4823-C1DA-7060-668F8E40E49E}"/>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rtlCol="0" anchor="b"/>
          <a:lstStyle>
            <a:lvl1pPr>
              <a:defRPr sz="3200"/>
            </a:lvl1pPr>
          </a:lstStyle>
          <a:p>
            <a:pPr rtl="0"/>
            <a:r>
              <a:rPr lang="fr"/>
              <a:t>Modifiez le style du titre</a:t>
            </a:r>
          </a:p>
        </p:txBody>
      </p:sp>
    </p:spTree>
    <p:extLst>
      <p:ext uri="{BB962C8B-B14F-4D97-AF65-F5344CB8AC3E}">
        <p14:creationId xmlns:p14="http://schemas.microsoft.com/office/powerpoint/2010/main" val="3048712941"/>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hoto du contenu 8">
    <p:bg>
      <p:bgPr>
        <a:solidFill>
          <a:schemeClr val="accent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cstate="print">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3" name="Espace réservé de la date 3">
            <a:extLst>
              <a:ext uri="{FF2B5EF4-FFF2-40B4-BE49-F238E27FC236}">
                <a16:creationId xmlns:a16="http://schemas.microsoft.com/office/drawing/2014/main" id="{9008EF7F-8BCA-052E-D2CB-106FA1EA3C7D}"/>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rtlCol="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rtlCol="0" anchor="b"/>
          <a:lstStyle>
            <a:lvl1pPr>
              <a:defRPr sz="3200">
                <a:solidFill>
                  <a:schemeClr val="tx1"/>
                </a:solidFill>
              </a:defRPr>
            </a:lvl1pPr>
          </a:lstStyle>
          <a:p>
            <a:pPr rtl="0"/>
            <a:r>
              <a:rPr lang="fr"/>
              <a:t>Modifiez le style du titre</a:t>
            </a:r>
            <a:endParaRPr lang="en-US"/>
          </a:p>
        </p:txBody>
      </p:sp>
    </p:spTree>
    <p:extLst>
      <p:ext uri="{BB962C8B-B14F-4D97-AF65-F5344CB8AC3E}">
        <p14:creationId xmlns:p14="http://schemas.microsoft.com/office/powerpoint/2010/main" val="2514933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hoto du contenu 9">
    <p:bg>
      <p:bgPr>
        <a:solidFill>
          <a:schemeClr val="accent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4" name="Espace réservé du pied de page 4">
            <a:extLst>
              <a:ext uri="{FF2B5EF4-FFF2-40B4-BE49-F238E27FC236}">
                <a16:creationId xmlns:a16="http://schemas.microsoft.com/office/drawing/2014/main" id="{CEF10E61-E592-2CB4-1F82-F4BAEA3676B7}"/>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5" name="Espace réservé du numéro de diapositive 5">
            <a:extLst>
              <a:ext uri="{FF2B5EF4-FFF2-40B4-BE49-F238E27FC236}">
                <a16:creationId xmlns:a16="http://schemas.microsoft.com/office/drawing/2014/main" id="{8A095BDB-AE5C-E003-A7CD-BA7443F6DFA7}"/>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rtlCol="0" anchor="b">
            <a:normAutofit/>
          </a:bodyPr>
          <a:lstStyle>
            <a:lvl1pPr>
              <a:defRPr sz="3200"/>
            </a:lvl1pPr>
          </a:lstStyle>
          <a:p>
            <a:pPr rtl="0"/>
            <a:r>
              <a:rPr lang="fr"/>
              <a:t>Modifiez le style du titre</a:t>
            </a:r>
          </a:p>
        </p:txBody>
      </p:sp>
    </p:spTree>
    <p:extLst>
      <p:ext uri="{BB962C8B-B14F-4D97-AF65-F5344CB8AC3E}">
        <p14:creationId xmlns:p14="http://schemas.microsoft.com/office/powerpoint/2010/main" val="40911364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Content Photo 10">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3" name="Espace réservé de la date 3">
            <a:extLst>
              <a:ext uri="{FF2B5EF4-FFF2-40B4-BE49-F238E27FC236}">
                <a16:creationId xmlns:a16="http://schemas.microsoft.com/office/drawing/2014/main" id="{8910CE7B-5960-7013-636D-49FD41B6BCC0}"/>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rtlCol="0" anchor="b">
            <a:normAutofit/>
          </a:bodyPr>
          <a:lstStyle>
            <a:lvl1pPr>
              <a:defRPr sz="3200"/>
            </a:lvl1pPr>
          </a:lstStyle>
          <a:p>
            <a:pPr rtl="0"/>
            <a:r>
              <a:rPr lang="fr"/>
              <a:t>Modifiez le style du titre</a:t>
            </a:r>
            <a:endParaRPr lang="en-US"/>
          </a:p>
        </p:txBody>
      </p:sp>
    </p:spTree>
    <p:extLst>
      <p:ext uri="{BB962C8B-B14F-4D97-AF65-F5344CB8AC3E}">
        <p14:creationId xmlns:p14="http://schemas.microsoft.com/office/powerpoint/2010/main" val="2780436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 du contenu 11">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3" name="Espace réservé de la date 3">
            <a:extLst>
              <a:ext uri="{FF2B5EF4-FFF2-40B4-BE49-F238E27FC236}">
                <a16:creationId xmlns:a16="http://schemas.microsoft.com/office/drawing/2014/main" id="{6D3F58D5-5D81-8C1B-BE88-B4F861BB45C4}"/>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4" name="Espace réservé du pied de page 4">
            <a:extLst>
              <a:ext uri="{FF2B5EF4-FFF2-40B4-BE49-F238E27FC236}">
                <a16:creationId xmlns:a16="http://schemas.microsoft.com/office/drawing/2014/main" id="{F270A83D-C14F-A6B8-ABDC-290FF3106379}"/>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5" name="Espace réservé du numéro de diapositive 5">
            <a:extLst>
              <a:ext uri="{FF2B5EF4-FFF2-40B4-BE49-F238E27FC236}">
                <a16:creationId xmlns:a16="http://schemas.microsoft.com/office/drawing/2014/main" id="{C1085BD5-4C00-5A81-A60D-479D24293537}"/>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rtlCol="0">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rtlCol="0" anchor="b"/>
          <a:lstStyle/>
          <a:p>
            <a:pPr rtl="0"/>
            <a:r>
              <a:rPr lang="fr"/>
              <a:t>Modifiez le style du titre</a:t>
            </a:r>
          </a:p>
        </p:txBody>
      </p:sp>
    </p:spTree>
    <p:extLst>
      <p:ext uri="{BB962C8B-B14F-4D97-AF65-F5344CB8AC3E}">
        <p14:creationId xmlns:p14="http://schemas.microsoft.com/office/powerpoint/2010/main" val="324549236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hoto du contenu 12">
    <p:bg>
      <p:bgPr>
        <a:solidFill>
          <a:schemeClr val="accent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5" name="Espace réservé de la date 3">
            <a:extLst>
              <a:ext uri="{FF2B5EF4-FFF2-40B4-BE49-F238E27FC236}">
                <a16:creationId xmlns:a16="http://schemas.microsoft.com/office/drawing/2014/main" id="{37255060-3706-ED3E-72EE-B06981BCE051}"/>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6" name="Espace réservé du pied de page 4">
            <a:extLst>
              <a:ext uri="{FF2B5EF4-FFF2-40B4-BE49-F238E27FC236}">
                <a16:creationId xmlns:a16="http://schemas.microsoft.com/office/drawing/2014/main" id="{67916FD5-B769-56C8-85F9-70492D991EA3}"/>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7" name="Espace réservé du numéro de diapositive 5">
            <a:extLst>
              <a:ext uri="{FF2B5EF4-FFF2-40B4-BE49-F238E27FC236}">
                <a16:creationId xmlns:a16="http://schemas.microsoft.com/office/drawing/2014/main" id="{ABC4D466-0BDE-5029-DAAE-AAE34A608004}"/>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vert="horz" lIns="91440" tIns="45720" rIns="91440" bIns="45720" rtlCol="0">
            <a:normAutofit/>
          </a:bodyPr>
          <a:lstStyle>
            <a:lvl1pPr>
              <a:defRPr lang="en-US" sz="1600"/>
            </a:lvl1pPr>
            <a:lvl2pPr>
              <a:defRPr lang="en-US" sz="1400"/>
            </a:lvl2pPr>
            <a:lvl3pPr>
              <a:defRPr lang="en-US" sz="1200"/>
            </a:lvl3pPr>
            <a:lvl4pPr>
              <a:defRPr lang="en-US" sz="1100"/>
            </a:lvl4pPr>
            <a:lvl5pPr>
              <a:defRPr lang="en-US" sz="1050"/>
            </a:lvl5pPr>
          </a:lstStyle>
          <a:p>
            <a:pPr marL="0" lvl="0" indent="0" rtl="0">
              <a:buNone/>
            </a:pPr>
            <a:r>
              <a:rPr lang="fr"/>
              <a:t>Modifiez les styles du texte</a:t>
            </a:r>
          </a:p>
          <a:p>
            <a:pPr marL="0" lvl="1" indent="0" rtl="0">
              <a:buNone/>
            </a:pPr>
            <a:r>
              <a:rPr lang="fr"/>
              <a:t>Deuxième niveau</a:t>
            </a:r>
          </a:p>
          <a:p>
            <a:pPr marL="0" lvl="2" indent="0" rtl="0">
              <a:buNone/>
            </a:pPr>
            <a:r>
              <a:rPr lang="fr"/>
              <a:t>Troisième niveau</a:t>
            </a:r>
          </a:p>
          <a:p>
            <a:pPr marL="0" lvl="3" indent="0" rtl="0">
              <a:buNone/>
            </a:pPr>
            <a:r>
              <a:rPr lang="fr"/>
              <a:t>Quatrième niveau</a:t>
            </a:r>
          </a:p>
          <a:p>
            <a:pPr marL="0" lvl="4" indent="0" rtl="0">
              <a:buNone/>
            </a:pPr>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rtlCol="0" anchor="t">
            <a:normAutofit/>
          </a:bodyPr>
          <a:lstStyle>
            <a:lvl1pPr>
              <a:defRPr sz="3200"/>
            </a:lvl1pPr>
          </a:lstStyle>
          <a:p>
            <a:pPr rtl="0"/>
            <a:r>
              <a:rPr lang="fr"/>
              <a:t>Modifiez le style du titre</a:t>
            </a:r>
          </a:p>
        </p:txBody>
      </p:sp>
    </p:spTree>
    <p:extLst>
      <p:ext uri="{BB962C8B-B14F-4D97-AF65-F5344CB8AC3E}">
        <p14:creationId xmlns:p14="http://schemas.microsoft.com/office/powerpoint/2010/main" val="21151125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du contenu 13">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3" name="Espace réservé de la date 3">
            <a:extLst>
              <a:ext uri="{FF2B5EF4-FFF2-40B4-BE49-F238E27FC236}">
                <a16:creationId xmlns:a16="http://schemas.microsoft.com/office/drawing/2014/main" id="{55D98176-F4DE-C922-8F4C-3023B1F42482}"/>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4" name="Espace réservé du pied de page 4">
            <a:extLst>
              <a:ext uri="{FF2B5EF4-FFF2-40B4-BE49-F238E27FC236}">
                <a16:creationId xmlns:a16="http://schemas.microsoft.com/office/drawing/2014/main" id="{82ABBC49-F3BA-C751-16CD-1C457A98CF1A}"/>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5" name="Espace réservé du numéro de diapositive 5">
            <a:extLst>
              <a:ext uri="{FF2B5EF4-FFF2-40B4-BE49-F238E27FC236}">
                <a16:creationId xmlns:a16="http://schemas.microsoft.com/office/drawing/2014/main" id="{DFB1C52A-EABA-4BA6-CA0C-982E23D0889B}"/>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3955868" y="4162318"/>
            <a:ext cx="7772400" cy="2240280"/>
          </a:xfrm>
        </p:spPr>
        <p:txBody>
          <a:bodyPr rtlCol="0">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rtlCol="0" anchor="t">
            <a:normAutofit/>
          </a:bodyPr>
          <a:lstStyle>
            <a:lvl1pPr>
              <a:defRPr sz="3200"/>
            </a:lvl1pPr>
          </a:lstStyle>
          <a:p>
            <a:pPr rtl="0"/>
            <a:r>
              <a:rPr lang="fr"/>
              <a:t>Modifiez le style du titre</a:t>
            </a:r>
          </a:p>
        </p:txBody>
      </p:sp>
    </p:spTree>
    <p:extLst>
      <p:ext uri="{BB962C8B-B14F-4D97-AF65-F5344CB8AC3E}">
        <p14:creationId xmlns:p14="http://schemas.microsoft.com/office/powerpoint/2010/main" val="39980641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du contenu 14">
    <p:bg>
      <p:bgPr>
        <a:solidFill>
          <a:schemeClr val="accent2"/>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rtlCol="0"/>
          <a:lstStyle/>
          <a:p>
            <a:pPr rtl="0"/>
            <a:endParaRPr lang="en-US"/>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rtlCol="0"/>
          <a:lstStyle/>
          <a:p>
            <a:pPr rtl="0"/>
            <a:endParaRPr lang="en-US"/>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rtlCol="0"/>
          <a:lstStyle/>
          <a:p>
            <a:pPr rtl="0"/>
            <a:fld id="{CC057153-B650-4DEB-B370-79DDCFDCE934}" type="slidenum">
              <a:rPr lang="en-US" smtClean="0"/>
              <a:t>‹N°›</a:t>
            </a:fld>
            <a:endParaRPr lang="en-US"/>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rtlCol="0">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rtlCol="0" anchor="t">
            <a:normAutofit/>
          </a:bodyPr>
          <a:lstStyle>
            <a:lvl1pPr>
              <a:defRPr sz="3200"/>
            </a:lvl1pPr>
          </a:lstStyle>
          <a:p>
            <a:pPr rtl="0"/>
            <a:r>
              <a:rPr lang="fr"/>
              <a:t>Modifiez le style du titre</a:t>
            </a:r>
          </a:p>
        </p:txBody>
      </p:sp>
    </p:spTree>
    <p:extLst>
      <p:ext uri="{BB962C8B-B14F-4D97-AF65-F5344CB8AC3E}">
        <p14:creationId xmlns:p14="http://schemas.microsoft.com/office/powerpoint/2010/main" val="24285166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du contenu 15">
    <p:bg>
      <p:bgPr>
        <a:solidFill>
          <a:schemeClr val="accent1"/>
        </a:solidFill>
        <a:effectLst/>
      </p:bgPr>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446520" cy="4425696"/>
          </a:xfrm>
          <a:blipFill dpi="0" rotWithShape="1">
            <a:blip r:embed="rId2">
              <a:alphaModFix amt="70000"/>
            </a:blip>
            <a:srcRect/>
            <a:stretch>
              <a:fillRect/>
            </a:stretch>
          </a:blipFill>
        </p:spPr>
        <p:txBody>
          <a:bodyPr vert="horz" lIns="91440" tIns="0" rIns="0" bIns="0" rtlCol="0">
            <a:noAutofit/>
          </a:bodyPr>
          <a:lstStyle>
            <a:lvl1pPr>
              <a:defRPr lang="en-US" sz="2400" b="0" i="0"/>
            </a:lvl1pPr>
          </a:lstStyle>
          <a:p>
            <a:pPr marL="0" lvl="0" indent="0" rtl="0">
              <a:lnSpc>
                <a:spcPct val="150000"/>
              </a:lnSpc>
              <a:buFontTx/>
              <a:buNone/>
            </a:pPr>
            <a:r>
              <a:rPr lang="fr"/>
              <a:t>Cliquez sur l’icône pour ajouter une image</a:t>
            </a:r>
          </a:p>
        </p:txBody>
      </p:sp>
      <p:sp>
        <p:nvSpPr>
          <p:cNvPr id="13" name="Espace réservé de la date 3">
            <a:extLst>
              <a:ext uri="{FF2B5EF4-FFF2-40B4-BE49-F238E27FC236}">
                <a16:creationId xmlns:a16="http://schemas.microsoft.com/office/drawing/2014/main" id="{7EEB96C8-7F03-38E4-4664-59F2DA5727CE}"/>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4" name="Espace réservé du pied de page 4">
            <a:extLst>
              <a:ext uri="{FF2B5EF4-FFF2-40B4-BE49-F238E27FC236}">
                <a16:creationId xmlns:a16="http://schemas.microsoft.com/office/drawing/2014/main" id="{6707565B-859D-D15D-1AC5-0AF3413AA0C6}"/>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5" name="Espace réservé du numéro de diapositive 5">
            <a:extLst>
              <a:ext uri="{FF2B5EF4-FFF2-40B4-BE49-F238E27FC236}">
                <a16:creationId xmlns:a16="http://schemas.microsoft.com/office/drawing/2014/main" id="{FC4BB45A-89E4-90E3-D23C-CA862A158D8A}"/>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fr"/>
              <a:t>Modifiez le style du titre</a:t>
            </a:r>
          </a:p>
        </p:txBody>
      </p:sp>
    </p:spTree>
    <p:extLst>
      <p:ext uri="{BB962C8B-B14F-4D97-AF65-F5344CB8AC3E}">
        <p14:creationId xmlns:p14="http://schemas.microsoft.com/office/powerpoint/2010/main" val="21567062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du contenu 16">
    <p:bg>
      <p:bgPr>
        <a:solidFill>
          <a:schemeClr val="accent2"/>
        </a:solidFill>
        <a:effectLst/>
      </p:bgPr>
    </p:bg>
    <p:spTree>
      <p:nvGrpSpPr>
        <p:cNvPr id="1" name=""/>
        <p:cNvGrpSpPr/>
        <p:nvPr/>
      </p:nvGrpSpPr>
      <p:grpSpPr>
        <a:xfrm>
          <a:off x="0" y="0"/>
          <a:ext cx="0" cy="0"/>
          <a:chOff x="0" y="0"/>
          <a:chExt cx="0" cy="0"/>
        </a:xfrm>
      </p:grpSpPr>
      <p:sp>
        <p:nvSpPr>
          <p:cNvPr id="3" name="Forme">
            <a:extLst>
              <a:ext uri="{FF2B5EF4-FFF2-40B4-BE49-F238E27FC236}">
                <a16:creationId xmlns:a16="http://schemas.microsoft.com/office/drawing/2014/main" id="{44E393A7-A86F-93C8-1753-D8EF833DE353}"/>
              </a:ext>
            </a:extLst>
          </p:cNvPr>
          <p:cNvSpPr/>
          <p:nvPr userDrawn="1"/>
        </p:nvSpPr>
        <p:spPr>
          <a:xfrm>
            <a:off x="719253" y="2479468"/>
            <a:ext cx="3851157" cy="3851157"/>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Forme">
            <a:extLst>
              <a:ext uri="{FF2B5EF4-FFF2-40B4-BE49-F238E27FC236}">
                <a16:creationId xmlns:a16="http://schemas.microsoft.com/office/drawing/2014/main" id="{349C3C48-AC20-0078-E373-5290E9C2AC4F}"/>
              </a:ext>
            </a:extLst>
          </p:cNvPr>
          <p:cNvSpPr/>
          <p:nvPr/>
        </p:nvSpPr>
        <p:spPr>
          <a:xfrm>
            <a:off x="719253" y="2479468"/>
            <a:ext cx="3851157" cy="3851157"/>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Espace réservé d’image 9">
            <a:extLst>
              <a:ext uri="{FF2B5EF4-FFF2-40B4-BE49-F238E27FC236}">
                <a16:creationId xmlns:a16="http://schemas.microsoft.com/office/drawing/2014/main" id="{94132971-65DC-DC47-89E3-296CBBAADCAD}"/>
              </a:ext>
            </a:extLst>
          </p:cNvPr>
          <p:cNvSpPr>
            <a:spLocks noGrp="1" noChangeAspect="1"/>
          </p:cNvSpPr>
          <p:nvPr>
            <p:ph type="pic" sz="quarter" idx="10" hasCustomPrompt="1"/>
          </p:nvPr>
        </p:nvSpPr>
        <p:spPr>
          <a:xfrm>
            <a:off x="612648" y="2290890"/>
            <a:ext cx="3817620" cy="381762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dirty="0"/>
            </a:lvl1pPr>
          </a:lstStyle>
          <a:p>
            <a:pPr marL="0" lvl="0" indent="0" rtl="0">
              <a:lnSpc>
                <a:spcPct val="150000"/>
              </a:lnSpc>
              <a:buFontTx/>
              <a:buNone/>
            </a:pPr>
            <a:r>
              <a:rPr lang="fr" noProof="0"/>
              <a:t>Cliquez sur l’icône pour ajouter une image                                    </a:t>
            </a:r>
          </a:p>
        </p:txBody>
      </p:sp>
      <p:sp>
        <p:nvSpPr>
          <p:cNvPr id="16" name="Espace réservé de la date 3">
            <a:extLst>
              <a:ext uri="{FF2B5EF4-FFF2-40B4-BE49-F238E27FC236}">
                <a16:creationId xmlns:a16="http://schemas.microsoft.com/office/drawing/2014/main" id="{0B3F21E5-2FDA-9D04-BD45-AC60954C2BF8}"/>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7" name="Espace réservé du pied de page 4">
            <a:extLst>
              <a:ext uri="{FF2B5EF4-FFF2-40B4-BE49-F238E27FC236}">
                <a16:creationId xmlns:a16="http://schemas.microsoft.com/office/drawing/2014/main" id="{0B7BB866-907F-2B60-D51F-29FF9AAAFEF6}"/>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8" name="Espace réservé du numéro de diapositive 5">
            <a:extLst>
              <a:ext uri="{FF2B5EF4-FFF2-40B4-BE49-F238E27FC236}">
                <a16:creationId xmlns:a16="http://schemas.microsoft.com/office/drawing/2014/main" id="{CE56813F-8698-E2D7-C5A8-92BFA166377E}"/>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rtlCol="0">
            <a:normAutofit/>
          </a:bodyPr>
          <a:lstStyle>
            <a:lvl1pPr>
              <a:defRPr sz="3600"/>
            </a:lvl1pPr>
          </a:lstStyle>
          <a:p>
            <a:pPr rtl="0"/>
            <a:r>
              <a:rPr lang="fr"/>
              <a:t>Modifiez le style du titre</a:t>
            </a:r>
          </a:p>
        </p:txBody>
      </p:sp>
    </p:spTree>
    <p:extLst>
      <p:ext uri="{BB962C8B-B14F-4D97-AF65-F5344CB8AC3E}">
        <p14:creationId xmlns:p14="http://schemas.microsoft.com/office/powerpoint/2010/main" val="18479891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hoto du contenu 17">
    <p:bg>
      <p:bgPr>
        <a:solidFill>
          <a:schemeClr val="accent1"/>
        </a:solidFill>
        <a:effectLst/>
      </p:bgPr>
    </p:bg>
    <p:spTree>
      <p:nvGrpSpPr>
        <p:cNvPr id="1" name=""/>
        <p:cNvGrpSpPr/>
        <p:nvPr/>
      </p:nvGrpSpPr>
      <p:grpSpPr>
        <a:xfrm>
          <a:off x="0" y="0"/>
          <a:ext cx="0" cy="0"/>
          <a:chOff x="0" y="0"/>
          <a:chExt cx="0" cy="0"/>
        </a:xfrm>
      </p:grpSpPr>
      <p:sp>
        <p:nvSpPr>
          <p:cNvPr id="3" name="Forme">
            <a:extLst>
              <a:ext uri="{FF2B5EF4-FFF2-40B4-BE49-F238E27FC236}">
                <a16:creationId xmlns:a16="http://schemas.microsoft.com/office/drawing/2014/main" id="{54A554AB-0E36-E9A9-8863-3E43418AB077}"/>
              </a:ext>
            </a:extLst>
          </p:cNvPr>
          <p:cNvSpPr/>
          <p:nvPr userDrawn="1"/>
        </p:nvSpPr>
        <p:spPr>
          <a:xfrm>
            <a:off x="831994" y="2708045"/>
            <a:ext cx="3371528" cy="3371528"/>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Forme">
            <a:extLst>
              <a:ext uri="{FF2B5EF4-FFF2-40B4-BE49-F238E27FC236}">
                <a16:creationId xmlns:a16="http://schemas.microsoft.com/office/drawing/2014/main" id="{9E4EAC90-E4E5-04A2-1118-EC2FBEB9EA9C}"/>
              </a:ext>
            </a:extLst>
          </p:cNvPr>
          <p:cNvSpPr/>
          <p:nvPr/>
        </p:nvSpPr>
        <p:spPr>
          <a:xfrm>
            <a:off x="831994" y="2708045"/>
            <a:ext cx="3371528" cy="3371528"/>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Espace réservé d’image 9">
            <a:extLst>
              <a:ext uri="{FF2B5EF4-FFF2-40B4-BE49-F238E27FC236}">
                <a16:creationId xmlns:a16="http://schemas.microsoft.com/office/drawing/2014/main" id="{45302256-50E1-63D4-DF8F-E894A8CF602C}"/>
              </a:ext>
            </a:extLst>
          </p:cNvPr>
          <p:cNvSpPr>
            <a:spLocks noGrp="1" noChangeAspect="1"/>
          </p:cNvSpPr>
          <p:nvPr>
            <p:ph type="pic" sz="quarter" idx="10"/>
          </p:nvPr>
        </p:nvSpPr>
        <p:spPr>
          <a:xfrm>
            <a:off x="731521" y="2509157"/>
            <a:ext cx="3342168" cy="3342168"/>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rtl="0">
              <a:lnSpc>
                <a:spcPct val="150000"/>
              </a:lnSpc>
              <a:buFontTx/>
              <a:buNone/>
            </a:pPr>
            <a:r>
              <a:rPr lang="fr" noProof="0"/>
              <a:t>Cliquez sur l’icône pour ajouter une image</a:t>
            </a:r>
          </a:p>
        </p:txBody>
      </p:sp>
      <p:sp>
        <p:nvSpPr>
          <p:cNvPr id="15" name="Espace réservé de la date 3">
            <a:extLst>
              <a:ext uri="{FF2B5EF4-FFF2-40B4-BE49-F238E27FC236}">
                <a16:creationId xmlns:a16="http://schemas.microsoft.com/office/drawing/2014/main" id="{DAD413C4-D035-DD62-FD45-4405788FA19D}"/>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6" name="Espace réservé du pied de page 4">
            <a:extLst>
              <a:ext uri="{FF2B5EF4-FFF2-40B4-BE49-F238E27FC236}">
                <a16:creationId xmlns:a16="http://schemas.microsoft.com/office/drawing/2014/main" id="{9BEDF69E-EA10-1E0F-F9E5-910C4A0B8246}"/>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7" name="Espace réservé du numéro de diapositive 5">
            <a:extLst>
              <a:ext uri="{FF2B5EF4-FFF2-40B4-BE49-F238E27FC236}">
                <a16:creationId xmlns:a16="http://schemas.microsoft.com/office/drawing/2014/main" id="{DCB35B61-0AD3-6A51-E110-CE7FA57D4F8A}"/>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rtlCol="0" anchor="t">
            <a:normAutofit/>
          </a:bodyPr>
          <a:lstStyle>
            <a:lvl1pPr>
              <a:defRPr sz="3200"/>
            </a:lvl1pPr>
          </a:lstStyle>
          <a:p>
            <a:pPr rtl="0"/>
            <a:r>
              <a:rPr lang="fr"/>
              <a:t>Modifiez le style du titre</a:t>
            </a:r>
          </a:p>
        </p:txBody>
      </p:sp>
    </p:spTree>
    <p:extLst>
      <p:ext uri="{BB962C8B-B14F-4D97-AF65-F5344CB8AC3E}">
        <p14:creationId xmlns:p14="http://schemas.microsoft.com/office/powerpoint/2010/main" val="15467845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Grand Nombre 1">
    <p:bg>
      <p:bgPr>
        <a:solidFill>
          <a:schemeClr val="accent2"/>
        </a:solidFill>
        <a:effectLst/>
      </p:bgPr>
    </p:bg>
    <p:spTree>
      <p:nvGrpSpPr>
        <p:cNvPr id="1" name=""/>
        <p:cNvGrpSpPr/>
        <p:nvPr/>
      </p:nvGrpSpPr>
      <p:grpSpPr>
        <a:xfrm>
          <a:off x="0" y="0"/>
          <a:ext cx="0" cy="0"/>
          <a:chOff x="0" y="0"/>
          <a:chExt cx="0" cy="0"/>
        </a:xfrm>
      </p:grpSpPr>
      <p:grpSp>
        <p:nvGrpSpPr>
          <p:cNvPr id="15" name="Groupe 14">
            <a:extLst>
              <a:ext uri="{FF2B5EF4-FFF2-40B4-BE49-F238E27FC236}">
                <a16:creationId xmlns:a16="http://schemas.microsoft.com/office/drawing/2014/main" id="{51B2BB27-593B-A70C-746E-96E4FCA30AFE}"/>
              </a:ext>
            </a:extLst>
          </p:cNvPr>
          <p:cNvGrpSpPr/>
          <p:nvPr/>
        </p:nvGrpSpPr>
        <p:grpSpPr>
          <a:xfrm>
            <a:off x="452064" y="432504"/>
            <a:ext cx="11287872" cy="4726236"/>
            <a:chOff x="521208" y="647905"/>
            <a:chExt cx="11365969" cy="5565740"/>
          </a:xfrm>
        </p:grpSpPr>
        <p:sp>
          <p:nvSpPr>
            <p:cNvPr id="16" name="Forme">
              <a:extLst>
                <a:ext uri="{FF2B5EF4-FFF2-40B4-BE49-F238E27FC236}">
                  <a16:creationId xmlns:a16="http://schemas.microsoft.com/office/drawing/2014/main" id="{D6BB408E-BAF2-FC5E-2437-A3A07CE32246}"/>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7" name="Forme">
              <a:extLst>
                <a:ext uri="{FF2B5EF4-FFF2-40B4-BE49-F238E27FC236}">
                  <a16:creationId xmlns:a16="http://schemas.microsoft.com/office/drawing/2014/main" id="{50ED3D8C-1A1A-675D-535E-A38D8522E40E}"/>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2" name="Espace réservé de la date 3">
            <a:extLst>
              <a:ext uri="{FF2B5EF4-FFF2-40B4-BE49-F238E27FC236}">
                <a16:creationId xmlns:a16="http://schemas.microsoft.com/office/drawing/2014/main" id="{22A66431-0131-0F5F-979C-9731039E7009}"/>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23" name="Espace réservé du pied de page 4">
            <a:extLst>
              <a:ext uri="{FF2B5EF4-FFF2-40B4-BE49-F238E27FC236}">
                <a16:creationId xmlns:a16="http://schemas.microsoft.com/office/drawing/2014/main" id="{00B915C9-DB12-0F97-B23A-E36FDC59AD74}"/>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4" name="Espace réservé du numéro de diapositive 5">
            <a:extLst>
              <a:ext uri="{FF2B5EF4-FFF2-40B4-BE49-F238E27FC236}">
                <a16:creationId xmlns:a16="http://schemas.microsoft.com/office/drawing/2014/main" id="{2CAB59AD-2A8C-2C75-0DA6-82ACDFC40A80}"/>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846197" y="5416242"/>
            <a:ext cx="6499606" cy="1036760"/>
          </a:xfrm>
        </p:spPr>
        <p:txBody>
          <a:bodyPr rtlCol="0" anchor="ctr">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94944" y="655532"/>
            <a:ext cx="10583560" cy="4114800"/>
          </a:xfrm>
        </p:spPr>
        <p:txBody>
          <a:bodyPr tIns="182880" bIns="0" rtlCol="0" anchor="ctr">
            <a:normAutofit/>
          </a:bodyPr>
          <a:lstStyle>
            <a:lvl1pPr algn="ctr">
              <a:defRPr sz="23200">
                <a:solidFill>
                  <a:schemeClr val="tx1"/>
                </a:solidFill>
              </a:defRPr>
            </a:lvl1pPr>
          </a:lstStyle>
          <a:p>
            <a:pPr rtl="0"/>
            <a:r>
              <a:rPr lang="fr"/>
              <a:t>## %</a:t>
            </a:r>
          </a:p>
        </p:txBody>
      </p:sp>
    </p:spTree>
    <p:extLst>
      <p:ext uri="{BB962C8B-B14F-4D97-AF65-F5344CB8AC3E}">
        <p14:creationId xmlns:p14="http://schemas.microsoft.com/office/powerpoint/2010/main" val="25834265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1_Big Number 1">
    <p:bg>
      <p:bgPr>
        <a:solidFill>
          <a:schemeClr val="accent3"/>
        </a:solidFill>
        <a:effectLst/>
      </p:bgPr>
    </p:bg>
    <p:spTree>
      <p:nvGrpSpPr>
        <p:cNvPr id="1" name=""/>
        <p:cNvGrpSpPr/>
        <p:nvPr/>
      </p:nvGrpSpPr>
      <p:grpSpPr>
        <a:xfrm>
          <a:off x="0" y="0"/>
          <a:ext cx="0" cy="0"/>
          <a:chOff x="0" y="0"/>
          <a:chExt cx="0" cy="0"/>
        </a:xfrm>
      </p:grpSpPr>
      <p:grpSp>
        <p:nvGrpSpPr>
          <p:cNvPr id="15" name="Groupe 14">
            <a:extLst>
              <a:ext uri="{FF2B5EF4-FFF2-40B4-BE49-F238E27FC236}">
                <a16:creationId xmlns:a16="http://schemas.microsoft.com/office/drawing/2014/main" id="{51B2BB27-593B-A70C-746E-96E4FCA30AFE}"/>
              </a:ext>
            </a:extLst>
          </p:cNvPr>
          <p:cNvGrpSpPr/>
          <p:nvPr/>
        </p:nvGrpSpPr>
        <p:grpSpPr>
          <a:xfrm>
            <a:off x="452064" y="1726766"/>
            <a:ext cx="11287872" cy="4726236"/>
            <a:chOff x="521208" y="647905"/>
            <a:chExt cx="11365969" cy="5565740"/>
          </a:xfrm>
        </p:grpSpPr>
        <p:sp>
          <p:nvSpPr>
            <p:cNvPr id="16" name="Forme">
              <a:extLst>
                <a:ext uri="{FF2B5EF4-FFF2-40B4-BE49-F238E27FC236}">
                  <a16:creationId xmlns:a16="http://schemas.microsoft.com/office/drawing/2014/main" id="{D6BB408E-BAF2-FC5E-2437-A3A07CE32246}"/>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7" name="Forme">
              <a:extLst>
                <a:ext uri="{FF2B5EF4-FFF2-40B4-BE49-F238E27FC236}">
                  <a16:creationId xmlns:a16="http://schemas.microsoft.com/office/drawing/2014/main" id="{50ED3D8C-1A1A-675D-535E-A38D8522E40E}"/>
                </a:ext>
              </a:extLst>
            </p:cNvPr>
            <p:cNvSpPr/>
            <p:nvPr/>
          </p:nvSpPr>
          <p:spPr>
            <a:xfrm>
              <a:off x="521208" y="647905"/>
              <a:ext cx="11158238" cy="537098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4" name="Espace réservé de la date 3">
            <a:extLst>
              <a:ext uri="{FF2B5EF4-FFF2-40B4-BE49-F238E27FC236}">
                <a16:creationId xmlns:a16="http://schemas.microsoft.com/office/drawing/2014/main" id="{F067C9E2-F7EA-DD57-F153-DC5F049B05EC}"/>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5" name="Espace réservé du pied de page 4">
            <a:extLst>
              <a:ext uri="{FF2B5EF4-FFF2-40B4-BE49-F238E27FC236}">
                <a16:creationId xmlns:a16="http://schemas.microsoft.com/office/drawing/2014/main" id="{C6C186D5-A44A-55E5-9D8F-E0D1A439218D}"/>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6" name="Espace réservé du numéro de diapositive 5">
            <a:extLst>
              <a:ext uri="{FF2B5EF4-FFF2-40B4-BE49-F238E27FC236}">
                <a16:creationId xmlns:a16="http://schemas.microsoft.com/office/drawing/2014/main" id="{561804B9-1E9E-00E8-EABC-8027DFF3EAED}"/>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846197" y="404998"/>
            <a:ext cx="6499606" cy="1036760"/>
          </a:xfrm>
        </p:spPr>
        <p:txBody>
          <a:bodyPr rtlCol="0" anchor="ctr">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94944" y="1949794"/>
            <a:ext cx="10583560" cy="4114800"/>
          </a:xfrm>
        </p:spPr>
        <p:txBody>
          <a:bodyPr tIns="182880" bIns="0" rtlCol="0" anchor="ctr">
            <a:normAutofit/>
          </a:bodyPr>
          <a:lstStyle>
            <a:lvl1pPr algn="ctr">
              <a:defRPr sz="23200">
                <a:solidFill>
                  <a:schemeClr val="tx1"/>
                </a:solidFill>
              </a:defRPr>
            </a:lvl1pPr>
          </a:lstStyle>
          <a:p>
            <a:pPr rtl="0"/>
            <a:r>
              <a:rPr lang="fr"/>
              <a:t>##%</a:t>
            </a:r>
          </a:p>
        </p:txBody>
      </p:sp>
    </p:spTree>
    <p:extLst>
      <p:ext uri="{BB962C8B-B14F-4D97-AF65-F5344CB8AC3E}">
        <p14:creationId xmlns:p14="http://schemas.microsoft.com/office/powerpoint/2010/main" val="24164417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Grand nombre 3">
    <p:bg>
      <p:bgPr>
        <a:solidFill>
          <a:schemeClr val="tx2"/>
        </a:solidFill>
        <a:effectLst/>
      </p:bgPr>
    </p:bg>
    <p:spTree>
      <p:nvGrpSpPr>
        <p:cNvPr id="1" name=""/>
        <p:cNvGrpSpPr/>
        <p:nvPr/>
      </p:nvGrpSpPr>
      <p:grpSpPr>
        <a:xfrm>
          <a:off x="0" y="0"/>
          <a:ext cx="0" cy="0"/>
          <a:chOff x="0" y="0"/>
          <a:chExt cx="0" cy="0"/>
        </a:xfrm>
      </p:grpSpPr>
      <p:grpSp>
        <p:nvGrpSpPr>
          <p:cNvPr id="12" name="Groupe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Form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Form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4" name="Espace réservé de la date 3">
            <a:extLst>
              <a:ext uri="{FF2B5EF4-FFF2-40B4-BE49-F238E27FC236}">
                <a16:creationId xmlns:a16="http://schemas.microsoft.com/office/drawing/2014/main" id="{9196C478-3E07-E17E-6682-073C905064D0}"/>
              </a:ext>
            </a:extLst>
          </p:cNvPr>
          <p:cNvSpPr>
            <a:spLocks noGrp="1"/>
          </p:cNvSpPr>
          <p:nvPr>
            <p:ph type="dt" sz="half" idx="2"/>
          </p:nvPr>
        </p:nvSpPr>
        <p:spPr>
          <a:xfrm>
            <a:off x="612647" y="6453002"/>
            <a:ext cx="3494314" cy="365125"/>
          </a:xfrm>
          <a:prstGeom prst="rect">
            <a:avLst/>
          </a:prstGeom>
        </p:spPr>
        <p:txBody>
          <a:bodyPr rtlCol="0"/>
          <a:lstStyle>
            <a:lvl1pPr>
              <a:defRPr sz="1200">
                <a:solidFill>
                  <a:schemeClr val="bg1"/>
                </a:solidFill>
              </a:defRPr>
            </a:lvl1pPr>
          </a:lstStyle>
          <a:p>
            <a:pPr rtl="0"/>
            <a:endParaRPr lang="en-US"/>
          </a:p>
        </p:txBody>
      </p:sp>
      <p:sp>
        <p:nvSpPr>
          <p:cNvPr id="5" name="Espace réservé du pied de page 4">
            <a:extLst>
              <a:ext uri="{FF2B5EF4-FFF2-40B4-BE49-F238E27FC236}">
                <a16:creationId xmlns:a16="http://schemas.microsoft.com/office/drawing/2014/main" id="{C733079C-2CBD-BF26-F5E1-B889FFAFFE9C}"/>
              </a:ext>
            </a:extLst>
          </p:cNvPr>
          <p:cNvSpPr>
            <a:spLocks noGrp="1"/>
          </p:cNvSpPr>
          <p:nvPr>
            <p:ph type="ftr" sz="quarter" idx="3"/>
          </p:nvPr>
        </p:nvSpPr>
        <p:spPr>
          <a:xfrm>
            <a:off x="8394504" y="6453002"/>
            <a:ext cx="2805405" cy="365125"/>
          </a:xfrm>
          <a:prstGeom prst="rect">
            <a:avLst/>
          </a:prstGeom>
        </p:spPr>
        <p:txBody>
          <a:bodyPr rtlCol="0"/>
          <a:lstStyle>
            <a:lvl1pPr>
              <a:defRPr sz="1200">
                <a:solidFill>
                  <a:schemeClr val="bg1"/>
                </a:solidFill>
              </a:defRPr>
            </a:lvl1pPr>
          </a:lstStyle>
          <a:p>
            <a:pPr rtl="0"/>
            <a:endParaRPr lang="en-US"/>
          </a:p>
        </p:txBody>
      </p:sp>
      <p:sp>
        <p:nvSpPr>
          <p:cNvPr id="6" name="Espace réservé du numéro de diapositive 5">
            <a:extLst>
              <a:ext uri="{FF2B5EF4-FFF2-40B4-BE49-F238E27FC236}">
                <a16:creationId xmlns:a16="http://schemas.microsoft.com/office/drawing/2014/main" id="{B623B30F-648B-1E4D-A274-7D367D1D86F3}"/>
              </a:ext>
            </a:extLst>
          </p:cNvPr>
          <p:cNvSpPr>
            <a:spLocks noGrp="1"/>
          </p:cNvSpPr>
          <p:nvPr>
            <p:ph type="sldNum" sz="quarter" idx="4"/>
          </p:nvPr>
        </p:nvSpPr>
        <p:spPr>
          <a:xfrm>
            <a:off x="11150145" y="6453002"/>
            <a:ext cx="429207" cy="365125"/>
          </a:xfrm>
          <a:prstGeom prst="rect">
            <a:avLst/>
          </a:prstGeom>
        </p:spPr>
        <p:txBody>
          <a:bodyPr rtlCol="0"/>
          <a:lstStyle>
            <a:lvl1pPr>
              <a:defRPr sz="1200">
                <a:solidFill>
                  <a:schemeClr val="bg1"/>
                </a:solidFill>
              </a:defRPr>
            </a:lvl1pPr>
          </a:lstStyle>
          <a:p>
            <a:pPr rtl="0"/>
            <a:fld id="{CC057153-B650-4DEB-B370-79DDCFDCE934}" type="slidenum">
              <a:rPr lang="en-US" smtClean="0"/>
              <a:pPr rtl="0"/>
              <a:t>‹N°›</a:t>
            </a:fld>
            <a:endParaRPr lang="en-US"/>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806646" y="4809744"/>
            <a:ext cx="8385556" cy="1102530"/>
          </a:xfrm>
        </p:spPr>
        <p:txBody>
          <a:bodyPr rtlCol="0"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endParaRPr lang="en-US"/>
          </a:p>
        </p:txBody>
      </p:sp>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708096" y="731564"/>
            <a:ext cx="10582656" cy="4078179"/>
          </a:xfrm>
        </p:spPr>
        <p:txBody>
          <a:bodyPr rtlCol="0" anchor="b">
            <a:normAutofit/>
          </a:bodyPr>
          <a:lstStyle>
            <a:lvl1pPr algn="ctr">
              <a:defRPr sz="23200">
                <a:solidFill>
                  <a:schemeClr val="tx1"/>
                </a:solidFill>
              </a:defRPr>
            </a:lvl1pPr>
          </a:lstStyle>
          <a:p>
            <a:pPr rtl="0"/>
            <a:r>
              <a:rPr lang="fr"/>
              <a:t>## %</a:t>
            </a:r>
          </a:p>
        </p:txBody>
      </p:sp>
    </p:spTree>
    <p:extLst>
      <p:ext uri="{BB962C8B-B14F-4D97-AF65-F5344CB8AC3E}">
        <p14:creationId xmlns:p14="http://schemas.microsoft.com/office/powerpoint/2010/main" val="38414279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Énoncé 3">
    <p:bg>
      <p:bgPr>
        <a:solidFill>
          <a:schemeClr val="accent2"/>
        </a:solidFill>
        <a:effectLst/>
      </p:bgPr>
    </p:bg>
    <p:spTree>
      <p:nvGrpSpPr>
        <p:cNvPr id="1" name=""/>
        <p:cNvGrpSpPr/>
        <p:nvPr/>
      </p:nvGrpSpPr>
      <p:grpSpPr>
        <a:xfrm>
          <a:off x="0" y="0"/>
          <a:ext cx="0" cy="0"/>
          <a:chOff x="0" y="0"/>
          <a:chExt cx="0" cy="0"/>
        </a:xfrm>
      </p:grpSpPr>
      <p:grpSp>
        <p:nvGrpSpPr>
          <p:cNvPr id="15" name="Groupe 14">
            <a:extLst>
              <a:ext uri="{FF2B5EF4-FFF2-40B4-BE49-F238E27FC236}">
                <a16:creationId xmlns:a16="http://schemas.microsoft.com/office/drawing/2014/main" id="{0E96BD4A-30B6-426D-A22A-01982B0B9488}"/>
              </a:ext>
            </a:extLst>
          </p:cNvPr>
          <p:cNvGrpSpPr/>
          <p:nvPr/>
        </p:nvGrpSpPr>
        <p:grpSpPr>
          <a:xfrm>
            <a:off x="10366671" y="307663"/>
            <a:ext cx="3650657" cy="3700457"/>
            <a:chOff x="9335008" y="164592"/>
            <a:chExt cx="6042545" cy="6124973"/>
          </a:xfrm>
        </p:grpSpPr>
        <p:sp>
          <p:nvSpPr>
            <p:cNvPr id="16" name="Forme">
              <a:extLst>
                <a:ext uri="{FF2B5EF4-FFF2-40B4-BE49-F238E27FC236}">
                  <a16:creationId xmlns:a16="http://schemas.microsoft.com/office/drawing/2014/main" id="{297F870D-0C8E-33D9-2D6B-A1B73B45EA58}"/>
                </a:ext>
              </a:extLst>
            </p:cNvPr>
            <p:cNvSpPr/>
            <p:nvPr/>
          </p:nvSpPr>
          <p:spPr>
            <a:xfrm>
              <a:off x="9427861" y="339873"/>
              <a:ext cx="5949692" cy="5949692"/>
            </a:xfrm>
            <a:prstGeom prst="ellipse">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Forme">
              <a:extLst>
                <a:ext uri="{FF2B5EF4-FFF2-40B4-BE49-F238E27FC236}">
                  <a16:creationId xmlns:a16="http://schemas.microsoft.com/office/drawing/2014/main" id="{4861B871-11E1-DDAA-C8F7-84D7843C6FC4}"/>
                </a:ext>
              </a:extLst>
            </p:cNvPr>
            <p:cNvSpPr/>
            <p:nvPr/>
          </p:nvSpPr>
          <p:spPr>
            <a:xfrm>
              <a:off x="9335008" y="164592"/>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grpSp>
        <p:nvGrpSpPr>
          <p:cNvPr id="18" name="Groupe 17">
            <a:extLst>
              <a:ext uri="{FF2B5EF4-FFF2-40B4-BE49-F238E27FC236}">
                <a16:creationId xmlns:a16="http://schemas.microsoft.com/office/drawing/2014/main" id="{0D9CC75D-5D63-418A-1CD4-40137AFEDAB5}"/>
              </a:ext>
            </a:extLst>
          </p:cNvPr>
          <p:cNvGrpSpPr/>
          <p:nvPr/>
        </p:nvGrpSpPr>
        <p:grpSpPr>
          <a:xfrm>
            <a:off x="8876520" y="3790309"/>
            <a:ext cx="2626859" cy="2662693"/>
            <a:chOff x="9335008" y="164592"/>
            <a:chExt cx="6042545" cy="6124973"/>
          </a:xfrm>
        </p:grpSpPr>
        <p:sp>
          <p:nvSpPr>
            <p:cNvPr id="19" name="Forme">
              <a:extLst>
                <a:ext uri="{FF2B5EF4-FFF2-40B4-BE49-F238E27FC236}">
                  <a16:creationId xmlns:a16="http://schemas.microsoft.com/office/drawing/2014/main" id="{116BCE64-A52C-55ED-C7E0-F372ED78B8A2}"/>
                </a:ext>
              </a:extLst>
            </p:cNvPr>
            <p:cNvSpPr/>
            <p:nvPr/>
          </p:nvSpPr>
          <p:spPr>
            <a:xfrm>
              <a:off x="9427861" y="339873"/>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0" name="Forme">
              <a:extLst>
                <a:ext uri="{FF2B5EF4-FFF2-40B4-BE49-F238E27FC236}">
                  <a16:creationId xmlns:a16="http://schemas.microsoft.com/office/drawing/2014/main" id="{9E1F72A0-2935-D727-C9E9-054343EB3956}"/>
                </a:ext>
              </a:extLst>
            </p:cNvPr>
            <p:cNvSpPr/>
            <p:nvPr/>
          </p:nvSpPr>
          <p:spPr>
            <a:xfrm>
              <a:off x="9335008" y="164592"/>
              <a:ext cx="5949692" cy="5949692"/>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sp>
        <p:nvSpPr>
          <p:cNvPr id="21" name="Espace réservé de la date 3">
            <a:extLst>
              <a:ext uri="{FF2B5EF4-FFF2-40B4-BE49-F238E27FC236}">
                <a16:creationId xmlns:a16="http://schemas.microsoft.com/office/drawing/2014/main" id="{6FE09960-AF5A-FFC4-7EB1-110AD7369588}"/>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22" name="Espace réservé du pied de page 4">
            <a:extLst>
              <a:ext uri="{FF2B5EF4-FFF2-40B4-BE49-F238E27FC236}">
                <a16:creationId xmlns:a16="http://schemas.microsoft.com/office/drawing/2014/main" id="{D1EE90CD-A94E-4650-AD6C-C1844E571410}"/>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3" name="Espace réservé du numéro de diapositive 5">
            <a:extLst>
              <a:ext uri="{FF2B5EF4-FFF2-40B4-BE49-F238E27FC236}">
                <a16:creationId xmlns:a16="http://schemas.microsoft.com/office/drawing/2014/main" id="{38D5ADA7-D66D-F634-A234-DDBED0450A21}"/>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rtlCol="0"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rtl="0"/>
            <a:r>
              <a:rPr lang="fr"/>
              <a:t>Cliquez pour modifier l’énoncé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rtlCol="0"/>
          <a:lstStyle/>
          <a:p>
            <a:pPr rtl="0"/>
            <a:r>
              <a:rPr lang="fr"/>
              <a:t>Modifiez le style du titre</a:t>
            </a:r>
          </a:p>
        </p:txBody>
      </p:sp>
    </p:spTree>
    <p:extLst>
      <p:ext uri="{BB962C8B-B14F-4D97-AF65-F5344CB8AC3E}">
        <p14:creationId xmlns:p14="http://schemas.microsoft.com/office/powerpoint/2010/main" val="663385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itation 1">
    <p:bg>
      <p:bgPr>
        <a:solidFill>
          <a:schemeClr val="accent4"/>
        </a:solidFill>
        <a:effectLst/>
      </p:bgPr>
    </p:bg>
    <p:spTree>
      <p:nvGrpSpPr>
        <p:cNvPr id="1" name=""/>
        <p:cNvGrpSpPr/>
        <p:nvPr/>
      </p:nvGrpSpPr>
      <p:grpSpPr>
        <a:xfrm>
          <a:off x="0" y="0"/>
          <a:ext cx="0" cy="0"/>
          <a:chOff x="0" y="0"/>
          <a:chExt cx="0" cy="0"/>
        </a:xfrm>
      </p:grpSpPr>
      <p:sp>
        <p:nvSpPr>
          <p:cNvPr id="12" name="Form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Form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9" name="Espace réservé de la date 3">
            <a:extLst>
              <a:ext uri="{FF2B5EF4-FFF2-40B4-BE49-F238E27FC236}">
                <a16:creationId xmlns:a16="http://schemas.microsoft.com/office/drawing/2014/main" id="{6747F2BC-6307-5ABC-01C9-D7659D49EC12}"/>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20" name="Espace réservé du pied de page 4">
            <a:extLst>
              <a:ext uri="{FF2B5EF4-FFF2-40B4-BE49-F238E27FC236}">
                <a16:creationId xmlns:a16="http://schemas.microsoft.com/office/drawing/2014/main" id="{891ED11D-81DC-3B7D-AC6B-6CB6AD463E4D}"/>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1" name="Espace réservé du numéro de diapositive 5">
            <a:extLst>
              <a:ext uri="{FF2B5EF4-FFF2-40B4-BE49-F238E27FC236}">
                <a16:creationId xmlns:a16="http://schemas.microsoft.com/office/drawing/2014/main" id="{C43A627B-02A8-E416-6290-953D4C4CA531}"/>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15" name="Sous-titre 2">
            <a:extLst>
              <a:ext uri="{FF2B5EF4-FFF2-40B4-BE49-F238E27FC236}">
                <a16:creationId xmlns:a16="http://schemas.microsoft.com/office/drawing/2014/main" id="{0D7F77E3-B731-29B5-3739-D5FDBEC0DD11}"/>
              </a:ext>
            </a:extLst>
          </p:cNvPr>
          <p:cNvSpPr>
            <a:spLocks noGrp="1"/>
          </p:cNvSpPr>
          <p:nvPr>
            <p:ph type="subTitle" idx="1" hasCustomPrompt="1"/>
          </p:nvPr>
        </p:nvSpPr>
        <p:spPr>
          <a:xfrm>
            <a:off x="800100" y="4935583"/>
            <a:ext cx="9427773" cy="466344"/>
          </a:xfrm>
        </p:spPr>
        <p:txBody>
          <a:bodyPr rtlCol="0" anchor="ctr">
            <a:normAutofit/>
          </a:bodyPr>
          <a:lstStyle>
            <a:lvl1pPr marL="0" indent="0" algn="r">
              <a:buNone/>
              <a:defRPr sz="2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Auteur de la citation</a:t>
            </a:r>
          </a:p>
        </p:txBody>
      </p:sp>
      <p:sp>
        <p:nvSpPr>
          <p:cNvPr id="14" name="Titre 1">
            <a:extLst>
              <a:ext uri="{FF2B5EF4-FFF2-40B4-BE49-F238E27FC236}">
                <a16:creationId xmlns:a16="http://schemas.microsoft.com/office/drawing/2014/main" id="{6D8508EB-1675-E44B-9E7C-696E92F6CC57}"/>
              </a:ext>
            </a:extLst>
          </p:cNvPr>
          <p:cNvSpPr>
            <a:spLocks noGrp="1"/>
          </p:cNvSpPr>
          <p:nvPr>
            <p:ph type="ctrTitle" hasCustomPrompt="1"/>
          </p:nvPr>
        </p:nvSpPr>
        <p:spPr>
          <a:xfrm>
            <a:off x="800100" y="1382268"/>
            <a:ext cx="9898381" cy="3291840"/>
          </a:xfrm>
        </p:spPr>
        <p:txBody>
          <a:bodyPr rtlCol="0" anchor="ctr">
            <a:normAutofit/>
          </a:bodyPr>
          <a:lstStyle>
            <a:lvl1pPr marL="457200" indent="-274320" algn="r">
              <a:lnSpc>
                <a:spcPct val="100000"/>
              </a:lnSpc>
              <a:defRPr sz="4000" b="0">
                <a:solidFill>
                  <a:schemeClr val="tx1"/>
                </a:solidFill>
              </a:defRPr>
            </a:lvl1pPr>
          </a:lstStyle>
          <a:p>
            <a:pPr rtl="0"/>
            <a:r>
              <a:rPr lang="fr"/>
              <a:t>Cliquez pour modifier la citation</a:t>
            </a:r>
          </a:p>
        </p:txBody>
      </p:sp>
    </p:spTree>
    <p:extLst>
      <p:ext uri="{BB962C8B-B14F-4D97-AF65-F5344CB8AC3E}">
        <p14:creationId xmlns:p14="http://schemas.microsoft.com/office/powerpoint/2010/main" val="25392103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itation 3">
    <p:bg>
      <p:bgPr>
        <a:solidFill>
          <a:schemeClr val="tx2"/>
        </a:solidFill>
        <a:effectLst/>
      </p:bgPr>
    </p:bg>
    <p:spTree>
      <p:nvGrpSpPr>
        <p:cNvPr id="1" name=""/>
        <p:cNvGrpSpPr/>
        <p:nvPr/>
      </p:nvGrpSpPr>
      <p:grpSpPr>
        <a:xfrm>
          <a:off x="0" y="0"/>
          <a:ext cx="0" cy="0"/>
          <a:chOff x="0" y="0"/>
          <a:chExt cx="0" cy="0"/>
        </a:xfrm>
      </p:grpSpPr>
      <p:sp>
        <p:nvSpPr>
          <p:cNvPr id="12" name="Forme">
            <a:extLst>
              <a:ext uri="{FF2B5EF4-FFF2-40B4-BE49-F238E27FC236}">
                <a16:creationId xmlns:a16="http://schemas.microsoft.com/office/drawing/2014/main" id="{BD613F34-5DFD-346A-B434-B68F0BF195F8}"/>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Forme">
            <a:extLst>
              <a:ext uri="{FF2B5EF4-FFF2-40B4-BE49-F238E27FC236}">
                <a16:creationId xmlns:a16="http://schemas.microsoft.com/office/drawing/2014/main" id="{E2E7610D-0C35-9164-A2CD-56A0D8B35C4D}"/>
              </a:ext>
            </a:extLst>
          </p:cNvPr>
          <p:cNvSpPr/>
          <p:nvPr/>
        </p:nvSpPr>
        <p:spPr>
          <a:xfrm>
            <a:off x="452064" y="838200"/>
            <a:ext cx="11058961"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0" name="Espace réservé de la date 3">
            <a:extLst>
              <a:ext uri="{FF2B5EF4-FFF2-40B4-BE49-F238E27FC236}">
                <a16:creationId xmlns:a16="http://schemas.microsoft.com/office/drawing/2014/main" id="{D813D795-4A7B-7266-8A31-C3ADC7FDF5BF}"/>
              </a:ext>
            </a:extLst>
          </p:cNvPr>
          <p:cNvSpPr>
            <a:spLocks noGrp="1"/>
          </p:cNvSpPr>
          <p:nvPr>
            <p:ph type="dt" sz="half" idx="2"/>
          </p:nvPr>
        </p:nvSpPr>
        <p:spPr>
          <a:xfrm>
            <a:off x="612647" y="6453002"/>
            <a:ext cx="3494314" cy="365125"/>
          </a:xfrm>
          <a:prstGeom prst="rect">
            <a:avLst/>
          </a:prstGeom>
        </p:spPr>
        <p:txBody>
          <a:bodyPr rtlCol="0"/>
          <a:lstStyle>
            <a:lvl1pPr>
              <a:defRPr sz="1200">
                <a:solidFill>
                  <a:schemeClr val="bg1"/>
                </a:solidFill>
              </a:defRPr>
            </a:lvl1pPr>
          </a:lstStyle>
          <a:p>
            <a:pPr rtl="0"/>
            <a:endParaRPr lang="en-US"/>
          </a:p>
        </p:txBody>
      </p:sp>
      <p:sp>
        <p:nvSpPr>
          <p:cNvPr id="21" name="Espace réservé du pied de page 4">
            <a:extLst>
              <a:ext uri="{FF2B5EF4-FFF2-40B4-BE49-F238E27FC236}">
                <a16:creationId xmlns:a16="http://schemas.microsoft.com/office/drawing/2014/main" id="{856F17BF-0437-40F4-68DE-F86AAC2BA351}"/>
              </a:ext>
            </a:extLst>
          </p:cNvPr>
          <p:cNvSpPr>
            <a:spLocks noGrp="1"/>
          </p:cNvSpPr>
          <p:nvPr>
            <p:ph type="ftr" sz="quarter" idx="3"/>
          </p:nvPr>
        </p:nvSpPr>
        <p:spPr>
          <a:xfrm>
            <a:off x="8394504" y="6453002"/>
            <a:ext cx="2805405" cy="365125"/>
          </a:xfrm>
          <a:prstGeom prst="rect">
            <a:avLst/>
          </a:prstGeom>
        </p:spPr>
        <p:txBody>
          <a:bodyPr rtlCol="0"/>
          <a:lstStyle>
            <a:lvl1pPr>
              <a:defRPr sz="1200">
                <a:solidFill>
                  <a:schemeClr val="bg1"/>
                </a:solidFill>
              </a:defRPr>
            </a:lvl1pPr>
          </a:lstStyle>
          <a:p>
            <a:pPr rtl="0"/>
            <a:endParaRPr lang="en-US"/>
          </a:p>
        </p:txBody>
      </p:sp>
      <p:sp>
        <p:nvSpPr>
          <p:cNvPr id="22" name="Espace réservé du numéro de diapositive 5">
            <a:extLst>
              <a:ext uri="{FF2B5EF4-FFF2-40B4-BE49-F238E27FC236}">
                <a16:creationId xmlns:a16="http://schemas.microsoft.com/office/drawing/2014/main" id="{6D1A3F8C-FE9F-AAC1-0035-162EFD246D7B}"/>
              </a:ext>
            </a:extLst>
          </p:cNvPr>
          <p:cNvSpPr>
            <a:spLocks noGrp="1"/>
          </p:cNvSpPr>
          <p:nvPr>
            <p:ph type="sldNum" sz="quarter" idx="4"/>
          </p:nvPr>
        </p:nvSpPr>
        <p:spPr>
          <a:xfrm>
            <a:off x="11150145" y="6453002"/>
            <a:ext cx="429207" cy="365125"/>
          </a:xfrm>
          <a:prstGeom prst="rect">
            <a:avLst/>
          </a:prstGeom>
        </p:spPr>
        <p:txBody>
          <a:bodyPr rtlCol="0"/>
          <a:lstStyle>
            <a:lvl1pPr>
              <a:defRPr sz="1200">
                <a:solidFill>
                  <a:schemeClr val="bg1"/>
                </a:solidFill>
              </a:defRPr>
            </a:lvl1pPr>
          </a:lstStyle>
          <a:p>
            <a:pPr rtl="0"/>
            <a:fld id="{CC057153-B650-4DEB-B370-79DDCFDCE934}" type="slidenum">
              <a:rPr lang="en-US" smtClean="0"/>
              <a:pPr rtl="0"/>
              <a:t>‹N°›</a:t>
            </a:fld>
            <a:endParaRPr lang="en-US"/>
          </a:p>
        </p:txBody>
      </p:sp>
      <p:sp>
        <p:nvSpPr>
          <p:cNvPr id="15" name="Sous-titre 2">
            <a:extLst>
              <a:ext uri="{FF2B5EF4-FFF2-40B4-BE49-F238E27FC236}">
                <a16:creationId xmlns:a16="http://schemas.microsoft.com/office/drawing/2014/main" id="{108297F2-3A5A-1ADF-E7E7-F51A9C46D015}"/>
              </a:ext>
            </a:extLst>
          </p:cNvPr>
          <p:cNvSpPr>
            <a:spLocks noGrp="1"/>
          </p:cNvSpPr>
          <p:nvPr>
            <p:ph type="subTitle" idx="1" hasCustomPrompt="1"/>
          </p:nvPr>
        </p:nvSpPr>
        <p:spPr>
          <a:xfrm>
            <a:off x="1274164" y="4935583"/>
            <a:ext cx="9427773" cy="466344"/>
          </a:xfrm>
        </p:spPr>
        <p:txBody>
          <a:bodyPr rtlCol="0" anchor="ctr">
            <a:normAutofit/>
          </a:bodyPr>
          <a:lstStyle>
            <a:lvl1pPr marL="0" indent="0" algn="ctr">
              <a:buNone/>
              <a:defRPr sz="2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Auteur de la citation</a:t>
            </a:r>
          </a:p>
        </p:txBody>
      </p:sp>
      <p:sp>
        <p:nvSpPr>
          <p:cNvPr id="14" name="Titre 1">
            <a:extLst>
              <a:ext uri="{FF2B5EF4-FFF2-40B4-BE49-F238E27FC236}">
                <a16:creationId xmlns:a16="http://schemas.microsoft.com/office/drawing/2014/main" id="{EDEE95F0-B147-572B-3FC2-FC493E0325EC}"/>
              </a:ext>
            </a:extLst>
          </p:cNvPr>
          <p:cNvSpPr>
            <a:spLocks noGrp="1"/>
          </p:cNvSpPr>
          <p:nvPr>
            <p:ph type="ctrTitle" hasCustomPrompt="1"/>
          </p:nvPr>
        </p:nvSpPr>
        <p:spPr>
          <a:xfrm>
            <a:off x="1038860" y="1382268"/>
            <a:ext cx="9898381" cy="3291840"/>
          </a:xfrm>
        </p:spPr>
        <p:txBody>
          <a:bodyPr rtlCol="0" anchor="ctr">
            <a:normAutofit/>
          </a:bodyPr>
          <a:lstStyle>
            <a:lvl1pPr marL="0" indent="0" algn="ctr">
              <a:lnSpc>
                <a:spcPct val="100000"/>
              </a:lnSpc>
              <a:defRPr sz="4400" b="0">
                <a:solidFill>
                  <a:schemeClr val="tx1"/>
                </a:solidFill>
              </a:defRPr>
            </a:lvl1pPr>
          </a:lstStyle>
          <a:p>
            <a:pPr rtl="0"/>
            <a:r>
              <a:rPr lang="fr"/>
              <a:t>Cliquez pour modifier la citation</a:t>
            </a:r>
          </a:p>
        </p:txBody>
      </p:sp>
    </p:spTree>
    <p:extLst>
      <p:ext uri="{BB962C8B-B14F-4D97-AF65-F5344CB8AC3E}">
        <p14:creationId xmlns:p14="http://schemas.microsoft.com/office/powerpoint/2010/main" val="2421177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ux contenus">
    <p:bg>
      <p:bgPr>
        <a:solidFill>
          <a:schemeClr val="accent1"/>
        </a:solidFill>
        <a:effectLst/>
      </p:bgPr>
    </p:bg>
    <p:spTree>
      <p:nvGrpSpPr>
        <p:cNvPr id="1" name=""/>
        <p:cNvGrpSpPr/>
        <p:nvPr/>
      </p:nvGrpSpPr>
      <p:grpSpPr>
        <a:xfrm>
          <a:off x="0" y="0"/>
          <a:ext cx="0" cy="0"/>
          <a:chOff x="0" y="0"/>
          <a:chExt cx="0" cy="0"/>
        </a:xfrm>
      </p:grpSpPr>
      <p:sp>
        <p:nvSpPr>
          <p:cNvPr id="28" name="Espace réservé de la date 3">
            <a:extLst>
              <a:ext uri="{FF2B5EF4-FFF2-40B4-BE49-F238E27FC236}">
                <a16:creationId xmlns:a16="http://schemas.microsoft.com/office/drawing/2014/main" id="{090565E4-1AE7-522E-342A-4EC4535FE05D}"/>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29" name="Espace réservé du pied de page 4">
            <a:extLst>
              <a:ext uri="{FF2B5EF4-FFF2-40B4-BE49-F238E27FC236}">
                <a16:creationId xmlns:a16="http://schemas.microsoft.com/office/drawing/2014/main" id="{B0F50133-2A72-8DB0-DB9B-6F8F22469058}"/>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30" name="Espace réservé du numéro de diapositive 5">
            <a:extLst>
              <a:ext uri="{FF2B5EF4-FFF2-40B4-BE49-F238E27FC236}">
                <a16:creationId xmlns:a16="http://schemas.microsoft.com/office/drawing/2014/main" id="{144320EE-6058-6AB4-A8E0-B1FCC05A1741}"/>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11" name="Espace réservé du texte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9" name="Espace réservé du texte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rtlCol="0"/>
          <a:lstStyle/>
          <a:p>
            <a:pPr rtl="0"/>
            <a:r>
              <a:rPr lang="fr"/>
              <a:t>Modifiez le style du titre</a:t>
            </a:r>
          </a:p>
        </p:txBody>
      </p:sp>
    </p:spTree>
    <p:extLst>
      <p:ext uri="{BB962C8B-B14F-4D97-AF65-F5344CB8AC3E}">
        <p14:creationId xmlns:p14="http://schemas.microsoft.com/office/powerpoint/2010/main" val="8297981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aison">
    <p:bg>
      <p:bgPr>
        <a:solidFill>
          <a:schemeClr val="accent1"/>
        </a:solidFill>
        <a:effectLst/>
      </p:bgPr>
    </p:bg>
    <p:spTree>
      <p:nvGrpSpPr>
        <p:cNvPr id="1" name=""/>
        <p:cNvGrpSpPr/>
        <p:nvPr/>
      </p:nvGrpSpPr>
      <p:grpSpPr>
        <a:xfrm>
          <a:off x="0" y="0"/>
          <a:ext cx="0" cy="0"/>
          <a:chOff x="0" y="0"/>
          <a:chExt cx="0" cy="0"/>
        </a:xfrm>
      </p:grpSpPr>
      <p:sp>
        <p:nvSpPr>
          <p:cNvPr id="24" name="Espace réservé de la date 3">
            <a:extLst>
              <a:ext uri="{FF2B5EF4-FFF2-40B4-BE49-F238E27FC236}">
                <a16:creationId xmlns:a16="http://schemas.microsoft.com/office/drawing/2014/main" id="{D42C441C-5A31-6784-AFC1-E6D5E0E1FBC6}"/>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25" name="Espace réservé du pied de page 4">
            <a:extLst>
              <a:ext uri="{FF2B5EF4-FFF2-40B4-BE49-F238E27FC236}">
                <a16:creationId xmlns:a16="http://schemas.microsoft.com/office/drawing/2014/main" id="{93B79E5E-62B5-2466-F4A6-19C0FC8B2171}"/>
              </a:ext>
            </a:extLst>
          </p:cNvPr>
          <p:cNvSpPr>
            <a:spLocks noGrp="1"/>
          </p:cNvSpPr>
          <p:nvPr>
            <p:ph type="ftr" sz="quarter" idx="15"/>
          </p:nvPr>
        </p:nvSpPr>
        <p:spPr>
          <a:xfrm>
            <a:off x="8394504" y="6453002"/>
            <a:ext cx="2805405" cy="365125"/>
          </a:xfrm>
          <a:prstGeom prst="rect">
            <a:avLst/>
          </a:prstGeom>
        </p:spPr>
        <p:txBody>
          <a:bodyPr rtlCol="0"/>
          <a:lstStyle>
            <a:lvl1pPr>
              <a:defRPr sz="1200"/>
            </a:lvl1pPr>
          </a:lstStyle>
          <a:p>
            <a:pPr rtl="0"/>
            <a:endParaRPr lang="en-US"/>
          </a:p>
        </p:txBody>
      </p:sp>
      <p:sp>
        <p:nvSpPr>
          <p:cNvPr id="26" name="Espace réservé du numéro de diapositive 5">
            <a:extLst>
              <a:ext uri="{FF2B5EF4-FFF2-40B4-BE49-F238E27FC236}">
                <a16:creationId xmlns:a16="http://schemas.microsoft.com/office/drawing/2014/main" id="{D3C15047-F321-B7D3-5D26-82E124CAE8DB}"/>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13" name="Espace réservé du texte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texte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11" name="Espace réservé du texte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3" name="Espace réservé du texte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2" name="Titr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rtlCol="0"/>
          <a:lstStyle/>
          <a:p>
            <a:pPr rtl="0"/>
            <a:r>
              <a:rPr lang="fr"/>
              <a:t>Modifiez le style du titre</a:t>
            </a:r>
          </a:p>
        </p:txBody>
      </p:sp>
    </p:spTree>
    <p:extLst>
      <p:ext uri="{BB962C8B-B14F-4D97-AF65-F5344CB8AC3E}">
        <p14:creationId xmlns:p14="http://schemas.microsoft.com/office/powerpoint/2010/main" val="3311648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re uniquement">
    <p:bg>
      <p:bgPr>
        <a:solidFill>
          <a:schemeClr val="accent1"/>
        </a:solidFill>
        <a:effectLst/>
      </p:bgPr>
    </p:bg>
    <p:spTree>
      <p:nvGrpSpPr>
        <p:cNvPr id="1" name=""/>
        <p:cNvGrpSpPr/>
        <p:nvPr/>
      </p:nvGrpSpPr>
      <p:grpSpPr>
        <a:xfrm>
          <a:off x="0" y="0"/>
          <a:ext cx="0" cy="0"/>
          <a:chOff x="0" y="0"/>
          <a:chExt cx="0" cy="0"/>
        </a:xfrm>
      </p:grpSpPr>
      <p:sp>
        <p:nvSpPr>
          <p:cNvPr id="17" name="Espace réservé de la date 3">
            <a:extLst>
              <a:ext uri="{FF2B5EF4-FFF2-40B4-BE49-F238E27FC236}">
                <a16:creationId xmlns:a16="http://schemas.microsoft.com/office/drawing/2014/main" id="{D457F4AB-2AC3-3EC3-4FDF-6240055CA4C2}"/>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8" name="Espace réservé du pied de page 4">
            <a:extLst>
              <a:ext uri="{FF2B5EF4-FFF2-40B4-BE49-F238E27FC236}">
                <a16:creationId xmlns:a16="http://schemas.microsoft.com/office/drawing/2014/main" id="{BE0B57B6-9F88-B690-5D15-05970D4F6929}"/>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9" name="Espace réservé du numéro de diapositive 5">
            <a:extLst>
              <a:ext uri="{FF2B5EF4-FFF2-40B4-BE49-F238E27FC236}">
                <a16:creationId xmlns:a16="http://schemas.microsoft.com/office/drawing/2014/main" id="{DFFD3016-AF00-5EC0-6EA6-1D664B798F5E}"/>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2" name="Titre 1">
            <a:extLst>
              <a:ext uri="{FF2B5EF4-FFF2-40B4-BE49-F238E27FC236}">
                <a16:creationId xmlns:a16="http://schemas.microsoft.com/office/drawing/2014/main" id="{666A9F42-7FF7-F803-C075-BC4968D35E34}"/>
              </a:ext>
            </a:extLst>
          </p:cNvPr>
          <p:cNvSpPr>
            <a:spLocks noGrp="1"/>
          </p:cNvSpPr>
          <p:nvPr>
            <p:ph type="title"/>
          </p:nvPr>
        </p:nvSpPr>
        <p:spPr/>
        <p:txBody>
          <a:bodyPr rtlCol="0"/>
          <a:lstStyle/>
          <a:p>
            <a:pPr rtl="0"/>
            <a:r>
              <a:rPr lang="fr"/>
              <a:t>Modifiez le style du titre</a:t>
            </a:r>
          </a:p>
        </p:txBody>
      </p:sp>
    </p:spTree>
    <p:extLst>
      <p:ext uri="{BB962C8B-B14F-4D97-AF65-F5344CB8AC3E}">
        <p14:creationId xmlns:p14="http://schemas.microsoft.com/office/powerpoint/2010/main" val="41497097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Vide">
    <p:bg>
      <p:bgPr>
        <a:solidFill>
          <a:schemeClr val="tx2"/>
        </a:solidFill>
        <a:effectLst/>
      </p:bgPr>
    </p:bg>
    <p:spTree>
      <p:nvGrpSpPr>
        <p:cNvPr id="1" name=""/>
        <p:cNvGrpSpPr/>
        <p:nvPr/>
      </p:nvGrpSpPr>
      <p:grpSpPr>
        <a:xfrm>
          <a:off x="0" y="0"/>
          <a:ext cx="0" cy="0"/>
          <a:chOff x="0" y="0"/>
          <a:chExt cx="0" cy="0"/>
        </a:xfrm>
      </p:grpSpPr>
      <p:grpSp>
        <p:nvGrpSpPr>
          <p:cNvPr id="10" name="Groupe 9">
            <a:extLst>
              <a:ext uri="{FF2B5EF4-FFF2-40B4-BE49-F238E27FC236}">
                <a16:creationId xmlns:a16="http://schemas.microsoft.com/office/drawing/2014/main" id="{8A6B9D93-9B64-1CD3-A833-FFDD8C5DBA7C}"/>
              </a:ext>
            </a:extLst>
          </p:cNvPr>
          <p:cNvGrpSpPr/>
          <p:nvPr userDrawn="1"/>
        </p:nvGrpSpPr>
        <p:grpSpPr>
          <a:xfrm>
            <a:off x="452064" y="492893"/>
            <a:ext cx="11287872" cy="5876422"/>
            <a:chOff x="521208" y="647905"/>
            <a:chExt cx="11365969" cy="5565740"/>
          </a:xfrm>
        </p:grpSpPr>
        <p:sp>
          <p:nvSpPr>
            <p:cNvPr id="11" name="Form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Form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3" name="Espace réservé de la date 3">
            <a:extLst>
              <a:ext uri="{FF2B5EF4-FFF2-40B4-BE49-F238E27FC236}">
                <a16:creationId xmlns:a16="http://schemas.microsoft.com/office/drawing/2014/main" id="{76783022-C93C-4316-9345-68E31F03FF1F}"/>
              </a:ext>
            </a:extLst>
          </p:cNvPr>
          <p:cNvSpPr>
            <a:spLocks noGrp="1"/>
          </p:cNvSpPr>
          <p:nvPr>
            <p:ph type="dt" sz="half" idx="2"/>
          </p:nvPr>
        </p:nvSpPr>
        <p:spPr>
          <a:xfrm>
            <a:off x="612647" y="6453002"/>
            <a:ext cx="3494314" cy="365125"/>
          </a:xfrm>
          <a:prstGeom prst="rect">
            <a:avLst/>
          </a:prstGeom>
        </p:spPr>
        <p:txBody>
          <a:bodyPr rtlCol="0"/>
          <a:lstStyle>
            <a:lvl1pPr>
              <a:defRPr sz="1200">
                <a:solidFill>
                  <a:schemeClr val="bg1"/>
                </a:solidFill>
              </a:defRPr>
            </a:lvl1pPr>
          </a:lstStyle>
          <a:p>
            <a:pPr rtl="0"/>
            <a:endParaRPr lang="en-US"/>
          </a:p>
        </p:txBody>
      </p:sp>
      <p:sp>
        <p:nvSpPr>
          <p:cNvPr id="14" name="Espace réservé du pied de page 4">
            <a:extLst>
              <a:ext uri="{FF2B5EF4-FFF2-40B4-BE49-F238E27FC236}">
                <a16:creationId xmlns:a16="http://schemas.microsoft.com/office/drawing/2014/main" id="{64BCF982-AEE8-401C-A329-B8AC7A6C5A51}"/>
              </a:ext>
            </a:extLst>
          </p:cNvPr>
          <p:cNvSpPr>
            <a:spLocks noGrp="1"/>
          </p:cNvSpPr>
          <p:nvPr>
            <p:ph type="ftr" sz="quarter" idx="3"/>
          </p:nvPr>
        </p:nvSpPr>
        <p:spPr>
          <a:xfrm>
            <a:off x="8394504" y="6453002"/>
            <a:ext cx="2805405" cy="365125"/>
          </a:xfrm>
          <a:prstGeom prst="rect">
            <a:avLst/>
          </a:prstGeom>
        </p:spPr>
        <p:txBody>
          <a:bodyPr rtlCol="0"/>
          <a:lstStyle>
            <a:lvl1pPr>
              <a:defRPr sz="1200">
                <a:solidFill>
                  <a:schemeClr val="bg1"/>
                </a:solidFill>
              </a:defRPr>
            </a:lvl1pPr>
          </a:lstStyle>
          <a:p>
            <a:pPr rtl="0"/>
            <a:endParaRPr lang="en-US"/>
          </a:p>
        </p:txBody>
      </p:sp>
      <p:sp>
        <p:nvSpPr>
          <p:cNvPr id="15" name="Espace réservé du numéro de diapositive 5">
            <a:extLst>
              <a:ext uri="{FF2B5EF4-FFF2-40B4-BE49-F238E27FC236}">
                <a16:creationId xmlns:a16="http://schemas.microsoft.com/office/drawing/2014/main" id="{C977DC49-F332-35CC-C9FB-E3F75844BBE1}"/>
              </a:ext>
            </a:extLst>
          </p:cNvPr>
          <p:cNvSpPr>
            <a:spLocks noGrp="1"/>
          </p:cNvSpPr>
          <p:nvPr>
            <p:ph type="sldNum" sz="quarter" idx="4"/>
          </p:nvPr>
        </p:nvSpPr>
        <p:spPr>
          <a:xfrm>
            <a:off x="11150145" y="6453002"/>
            <a:ext cx="429207" cy="365125"/>
          </a:xfrm>
          <a:prstGeom prst="rect">
            <a:avLst/>
          </a:prstGeom>
        </p:spPr>
        <p:txBody>
          <a:bodyPr rtlCol="0"/>
          <a:lstStyle>
            <a:lvl1pPr>
              <a:defRPr sz="1200">
                <a:solidFill>
                  <a:schemeClr val="bg1"/>
                </a:solidFill>
              </a:defRPr>
            </a:lvl1pPr>
          </a:lstStyle>
          <a:p>
            <a:pPr rtl="0"/>
            <a:fld id="{CC057153-B650-4DEB-B370-79DDCFDCE934}" type="slidenum">
              <a:rPr lang="en-US" smtClean="0"/>
              <a:pPr rtl="0"/>
              <a:t>‹N°›</a:t>
            </a:fld>
            <a:endParaRPr lang="en-US"/>
          </a:p>
        </p:txBody>
      </p:sp>
    </p:spTree>
    <p:extLst>
      <p:ext uri="{BB962C8B-B14F-4D97-AF65-F5344CB8AC3E}">
        <p14:creationId xmlns:p14="http://schemas.microsoft.com/office/powerpoint/2010/main" val="27809679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u avec légende">
    <p:bg>
      <p:bgPr>
        <a:solidFill>
          <a:schemeClr val="accent1"/>
        </a:solidFill>
        <a:effectLst/>
      </p:bgPr>
    </p:bg>
    <p:spTree>
      <p:nvGrpSpPr>
        <p:cNvPr id="1" name=""/>
        <p:cNvGrpSpPr/>
        <p:nvPr/>
      </p:nvGrpSpPr>
      <p:grpSpPr>
        <a:xfrm>
          <a:off x="0" y="0"/>
          <a:ext cx="0" cy="0"/>
          <a:chOff x="0" y="0"/>
          <a:chExt cx="0" cy="0"/>
        </a:xfrm>
      </p:grpSpPr>
      <p:sp>
        <p:nvSpPr>
          <p:cNvPr id="22" name="Espace réservé de la date 3">
            <a:extLst>
              <a:ext uri="{FF2B5EF4-FFF2-40B4-BE49-F238E27FC236}">
                <a16:creationId xmlns:a16="http://schemas.microsoft.com/office/drawing/2014/main" id="{DCFEAAAE-5C0C-C9B3-198D-56142A72FCB4}"/>
              </a:ext>
            </a:extLst>
          </p:cNvPr>
          <p:cNvSpPr>
            <a:spLocks noGrp="1"/>
          </p:cNvSpPr>
          <p:nvPr>
            <p:ph type="dt" sz="half" idx="10"/>
          </p:nvPr>
        </p:nvSpPr>
        <p:spPr>
          <a:xfrm>
            <a:off x="612647" y="6453002"/>
            <a:ext cx="3494314" cy="365125"/>
          </a:xfrm>
          <a:prstGeom prst="rect">
            <a:avLst/>
          </a:prstGeom>
        </p:spPr>
        <p:txBody>
          <a:bodyPr rtlCol="0"/>
          <a:lstStyle>
            <a:lvl1pPr>
              <a:defRPr sz="1200"/>
            </a:lvl1pPr>
          </a:lstStyle>
          <a:p>
            <a:pPr rtl="0"/>
            <a:endParaRPr lang="en-US"/>
          </a:p>
        </p:txBody>
      </p:sp>
      <p:sp>
        <p:nvSpPr>
          <p:cNvPr id="23" name="Espace réservé du pied de page 4">
            <a:extLst>
              <a:ext uri="{FF2B5EF4-FFF2-40B4-BE49-F238E27FC236}">
                <a16:creationId xmlns:a16="http://schemas.microsoft.com/office/drawing/2014/main" id="{62D1164F-87C4-002A-2591-82E368CC1F59}"/>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4" name="Espace réservé du numéro de diapositive 5">
            <a:extLst>
              <a:ext uri="{FF2B5EF4-FFF2-40B4-BE49-F238E27FC236}">
                <a16:creationId xmlns:a16="http://schemas.microsoft.com/office/drawing/2014/main" id="{0C4A4256-2379-B42B-3C9F-535F8876A488}"/>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4" name="Espace réservé du texte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rtlCol="0">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rtlCol="0" anchor="t">
            <a:normAutofit/>
          </a:bodyPr>
          <a:lstStyle>
            <a:lvl1pPr>
              <a:defRPr sz="2800"/>
            </a:lvl1pPr>
          </a:lstStyle>
          <a:p>
            <a:pPr rtl="0"/>
            <a:r>
              <a:rPr lang="fr"/>
              <a:t>Modifiez le style du titre</a:t>
            </a:r>
          </a:p>
        </p:txBody>
      </p:sp>
    </p:spTree>
    <p:extLst>
      <p:ext uri="{BB962C8B-B14F-4D97-AF65-F5344CB8AC3E}">
        <p14:creationId xmlns:p14="http://schemas.microsoft.com/office/powerpoint/2010/main" val="972701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Image avec légende">
    <p:bg>
      <p:bgPr>
        <a:solidFill>
          <a:schemeClr val="accent4"/>
        </a:solidFill>
        <a:effectLst/>
      </p:bgPr>
    </p:bg>
    <p:spTree>
      <p:nvGrpSpPr>
        <p:cNvPr id="1" name=""/>
        <p:cNvGrpSpPr/>
        <p:nvPr/>
      </p:nvGrpSpPr>
      <p:grpSpPr>
        <a:xfrm>
          <a:off x="0" y="0"/>
          <a:ext cx="0" cy="0"/>
          <a:chOff x="0" y="0"/>
          <a:chExt cx="0" cy="0"/>
        </a:xfrm>
      </p:grpSpPr>
      <p:sp>
        <p:nvSpPr>
          <p:cNvPr id="26" name="Forme">
            <a:extLst>
              <a:ext uri="{FF2B5EF4-FFF2-40B4-BE49-F238E27FC236}">
                <a16:creationId xmlns:a16="http://schemas.microsoft.com/office/drawing/2014/main" id="{A018B933-3AF9-74DD-5AC7-3933E9A2BEB4}"/>
              </a:ext>
            </a:extLst>
          </p:cNvPr>
          <p:cNvSpPr/>
          <p:nvPr/>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Espace réservé d’image 9">
            <a:extLst>
              <a:ext uri="{FF2B5EF4-FFF2-40B4-BE49-F238E27FC236}">
                <a16:creationId xmlns:a16="http://schemas.microsoft.com/office/drawing/2014/main" id="{5F9D5C94-AFE4-02B8-C41F-CB98A532B6AA}"/>
              </a:ext>
            </a:extLst>
          </p:cNvPr>
          <p:cNvSpPr>
            <a:spLocks noGrp="1" noChangeAspect="1"/>
          </p:cNvSpPr>
          <p:nvPr>
            <p:ph type="pic" sz="quarter" idx="11"/>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rtl="0">
              <a:lnSpc>
                <a:spcPct val="150000"/>
              </a:lnSpc>
              <a:buFontTx/>
              <a:buNone/>
            </a:pPr>
            <a:r>
              <a:rPr lang="fr" noProof="0"/>
              <a:t>Cliquez sur l’icône pour ajouter une image</a:t>
            </a:r>
          </a:p>
        </p:txBody>
      </p:sp>
      <p:sp>
        <p:nvSpPr>
          <p:cNvPr id="28" name="Espace réservé de la date 3">
            <a:extLst>
              <a:ext uri="{FF2B5EF4-FFF2-40B4-BE49-F238E27FC236}">
                <a16:creationId xmlns:a16="http://schemas.microsoft.com/office/drawing/2014/main" id="{5D492C5C-17BE-7819-EA48-DD0FC991EE55}"/>
              </a:ext>
            </a:extLst>
          </p:cNvPr>
          <p:cNvSpPr>
            <a:spLocks noGrp="1"/>
          </p:cNvSpPr>
          <p:nvPr>
            <p:ph type="dt" sz="half" idx="12"/>
          </p:nvPr>
        </p:nvSpPr>
        <p:spPr>
          <a:xfrm>
            <a:off x="612647" y="6453002"/>
            <a:ext cx="3494314" cy="365125"/>
          </a:xfrm>
          <a:prstGeom prst="rect">
            <a:avLst/>
          </a:prstGeom>
        </p:spPr>
        <p:txBody>
          <a:bodyPr rtlCol="0"/>
          <a:lstStyle>
            <a:lvl1pPr>
              <a:defRPr sz="1200"/>
            </a:lvl1pPr>
          </a:lstStyle>
          <a:p>
            <a:pPr rtl="0"/>
            <a:endParaRPr lang="en-US"/>
          </a:p>
        </p:txBody>
      </p:sp>
      <p:sp>
        <p:nvSpPr>
          <p:cNvPr id="30" name="Espace réservé du numéro de diapositive 5">
            <a:extLst>
              <a:ext uri="{FF2B5EF4-FFF2-40B4-BE49-F238E27FC236}">
                <a16:creationId xmlns:a16="http://schemas.microsoft.com/office/drawing/2014/main" id="{0C4E0F36-FE5F-2A52-67FE-8EAA49A2457F}"/>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4" name="Espace réservé du texte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2" name="Titr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rtlCol="0" anchor="t">
            <a:normAutofit/>
          </a:bodyPr>
          <a:lstStyle>
            <a:lvl1pPr>
              <a:defRPr sz="2800"/>
            </a:lvl1pPr>
          </a:lstStyle>
          <a:p>
            <a:pPr rtl="0"/>
            <a:r>
              <a:rPr lang="fr"/>
              <a:t>Modifiez le style du titre</a:t>
            </a:r>
          </a:p>
        </p:txBody>
      </p:sp>
    </p:spTree>
    <p:extLst>
      <p:ext uri="{BB962C8B-B14F-4D97-AF65-F5344CB8AC3E}">
        <p14:creationId xmlns:p14="http://schemas.microsoft.com/office/powerpoint/2010/main" val="23087894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CB8BD6-864A-8E8A-C10E-B3BCF2CDFF71}"/>
              </a:ext>
            </a:extLst>
          </p:cNvPr>
          <p:cNvSpPr/>
          <p:nvPr userDrawn="1"/>
        </p:nvSpPr>
        <p:spPr>
          <a:xfrm>
            <a:off x="1" y="1"/>
            <a:ext cx="12192000" cy="68580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Espace réservé de la date 3">
            <a:extLst>
              <a:ext uri="{FF2B5EF4-FFF2-40B4-BE49-F238E27FC236}">
                <a16:creationId xmlns:a16="http://schemas.microsoft.com/office/drawing/2014/main" id="{26464492-F8D1-E4F7-681A-A72DB1D6AC2B}"/>
              </a:ext>
            </a:extLst>
          </p:cNvPr>
          <p:cNvSpPr>
            <a:spLocks noGrp="1"/>
          </p:cNvSpPr>
          <p:nvPr>
            <p:ph type="dt" sz="half" idx="2"/>
          </p:nvPr>
        </p:nvSpPr>
        <p:spPr>
          <a:xfrm>
            <a:off x="612647" y="6453002"/>
            <a:ext cx="3494314" cy="365125"/>
          </a:xfrm>
          <a:prstGeom prst="rect">
            <a:avLst/>
          </a:prstGeom>
        </p:spPr>
        <p:txBody>
          <a:bodyPr rtlCol="0"/>
          <a:lstStyle>
            <a:lvl1pPr>
              <a:defRPr sz="1200">
                <a:solidFill>
                  <a:schemeClr val="tx1"/>
                </a:solidFill>
              </a:defRPr>
            </a:lvl1pPr>
          </a:lstStyle>
          <a:p>
            <a:pPr rtl="0"/>
            <a:endParaRPr lang="en-US"/>
          </a:p>
        </p:txBody>
      </p:sp>
      <p:sp>
        <p:nvSpPr>
          <p:cNvPr id="28" name="Espace réservé du pied de page 4">
            <a:extLst>
              <a:ext uri="{FF2B5EF4-FFF2-40B4-BE49-F238E27FC236}">
                <a16:creationId xmlns:a16="http://schemas.microsoft.com/office/drawing/2014/main" id="{D4EFD8BC-7AA2-F587-9B5B-4C15E4A96990}"/>
              </a:ext>
            </a:extLst>
          </p:cNvPr>
          <p:cNvSpPr>
            <a:spLocks noGrp="1"/>
          </p:cNvSpPr>
          <p:nvPr>
            <p:ph type="ftr" sz="quarter" idx="3"/>
          </p:nvPr>
        </p:nvSpPr>
        <p:spPr>
          <a:xfrm>
            <a:off x="8394504" y="6453002"/>
            <a:ext cx="2805405" cy="365125"/>
          </a:xfrm>
          <a:prstGeom prst="rect">
            <a:avLst/>
          </a:prstGeom>
        </p:spPr>
        <p:txBody>
          <a:bodyPr rtlCol="0"/>
          <a:lstStyle>
            <a:lvl1pPr>
              <a:defRPr sz="1200">
                <a:solidFill>
                  <a:schemeClr val="tx1"/>
                </a:solidFill>
              </a:defRPr>
            </a:lvl1pPr>
          </a:lstStyle>
          <a:p>
            <a:pPr rtl="0"/>
            <a:endParaRPr lang="en-US"/>
          </a:p>
        </p:txBody>
      </p:sp>
      <p:sp>
        <p:nvSpPr>
          <p:cNvPr id="29" name="Espace réservé du numéro de diapositive 5">
            <a:extLst>
              <a:ext uri="{FF2B5EF4-FFF2-40B4-BE49-F238E27FC236}">
                <a16:creationId xmlns:a16="http://schemas.microsoft.com/office/drawing/2014/main" id="{DD173918-C16D-7E10-E183-03DD08E6E343}"/>
              </a:ext>
            </a:extLst>
          </p:cNvPr>
          <p:cNvSpPr>
            <a:spLocks noGrp="1"/>
          </p:cNvSpPr>
          <p:nvPr>
            <p:ph type="sldNum" sz="quarter" idx="4"/>
          </p:nvPr>
        </p:nvSpPr>
        <p:spPr>
          <a:xfrm>
            <a:off x="11150145" y="6453002"/>
            <a:ext cx="429207" cy="365125"/>
          </a:xfrm>
          <a:prstGeom prst="rect">
            <a:avLst/>
          </a:prstGeom>
        </p:spPr>
        <p:txBody>
          <a:bodyPr rtlCol="0"/>
          <a:lstStyle>
            <a:lvl1pPr>
              <a:defRPr sz="1200">
                <a:solidFill>
                  <a:schemeClr val="tx1"/>
                </a:solidFill>
              </a:defRPr>
            </a:lvl1pPr>
          </a:lstStyle>
          <a:p>
            <a:pPr rtl="0"/>
            <a:fld id="{CC057153-B650-4DEB-B370-79DDCFDCE934}" type="slidenum">
              <a:rPr lang="en-US" smtClean="0"/>
              <a:pPr rtl="0"/>
              <a:t>‹N°›</a:t>
            </a:fld>
            <a:endParaRPr lang="en-US"/>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614676" y="3198297"/>
            <a:ext cx="10962648" cy="2760588"/>
          </a:xfrm>
        </p:spPr>
        <p:txBody>
          <a:bodyPr rtlCol="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614676" y="1571632"/>
            <a:ext cx="7342307" cy="1133856"/>
          </a:xfrm>
        </p:spPr>
        <p:txBody>
          <a:bodyPr rtlCol="0" anchor="b">
            <a:noAutofit/>
          </a:bodyPr>
          <a:lstStyle>
            <a:lvl1pPr>
              <a:defRPr sz="6000">
                <a:solidFill>
                  <a:schemeClr val="tx1"/>
                </a:solidFill>
              </a:defRPr>
            </a:lvl1pPr>
          </a:lstStyle>
          <a:p>
            <a:pPr rtl="0"/>
            <a:r>
              <a:rPr lang="fr"/>
              <a:t>Modifiez le style du titre</a:t>
            </a:r>
            <a:endParaRPr lang="en-US"/>
          </a:p>
        </p:txBody>
      </p:sp>
    </p:spTree>
    <p:extLst>
      <p:ext uri="{BB962C8B-B14F-4D97-AF65-F5344CB8AC3E}">
        <p14:creationId xmlns:p14="http://schemas.microsoft.com/office/powerpoint/2010/main" val="22588084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12" name="Groupe 11">
            <a:extLst>
              <a:ext uri="{FF2B5EF4-FFF2-40B4-BE49-F238E27FC236}">
                <a16:creationId xmlns:a16="http://schemas.microsoft.com/office/drawing/2014/main" id="{1D64518D-B498-F749-86AC-B71DC75BDA82}"/>
              </a:ext>
            </a:extLst>
          </p:cNvPr>
          <p:cNvGrpSpPr/>
          <p:nvPr/>
        </p:nvGrpSpPr>
        <p:grpSpPr>
          <a:xfrm>
            <a:off x="9783028" y="1443872"/>
            <a:ext cx="4817943" cy="4883666"/>
            <a:chOff x="9335008" y="164592"/>
            <a:chExt cx="6042545" cy="6124973"/>
          </a:xfrm>
        </p:grpSpPr>
        <p:sp>
          <p:nvSpPr>
            <p:cNvPr id="13" name="Forme">
              <a:extLst>
                <a:ext uri="{FF2B5EF4-FFF2-40B4-BE49-F238E27FC236}">
                  <a16:creationId xmlns:a16="http://schemas.microsoft.com/office/drawing/2014/main" id="{1D5C0714-085F-8F2A-0DCD-03E934730CFD}"/>
                </a:ext>
              </a:extLst>
            </p:cNvPr>
            <p:cNvSpPr/>
            <p:nvPr/>
          </p:nvSpPr>
          <p:spPr>
            <a:xfrm>
              <a:off x="9427861" y="339873"/>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Forme">
              <a:extLst>
                <a:ext uri="{FF2B5EF4-FFF2-40B4-BE49-F238E27FC236}">
                  <a16:creationId xmlns:a16="http://schemas.microsoft.com/office/drawing/2014/main" id="{9FFB22FE-367D-BE52-E701-106BD9FC1865}"/>
                </a:ext>
              </a:extLst>
            </p:cNvPr>
            <p:cNvSpPr/>
            <p:nvPr/>
          </p:nvSpPr>
          <p:spPr>
            <a:xfrm>
              <a:off x="9335008" y="164592"/>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grpSp>
        <p:nvGrpSpPr>
          <p:cNvPr id="15" name="Groupe 14">
            <a:extLst>
              <a:ext uri="{FF2B5EF4-FFF2-40B4-BE49-F238E27FC236}">
                <a16:creationId xmlns:a16="http://schemas.microsoft.com/office/drawing/2014/main" id="{00F4F02E-42A4-1386-9D41-A0B8785B365E}"/>
              </a:ext>
            </a:extLst>
          </p:cNvPr>
          <p:cNvGrpSpPr/>
          <p:nvPr/>
        </p:nvGrpSpPr>
        <p:grpSpPr>
          <a:xfrm>
            <a:off x="8970244" y="-1326835"/>
            <a:ext cx="2617957" cy="2653669"/>
            <a:chOff x="9335008" y="164592"/>
            <a:chExt cx="6042545" cy="6124973"/>
          </a:xfrm>
        </p:grpSpPr>
        <p:sp>
          <p:nvSpPr>
            <p:cNvPr id="16" name="Forme">
              <a:extLst>
                <a:ext uri="{FF2B5EF4-FFF2-40B4-BE49-F238E27FC236}">
                  <a16:creationId xmlns:a16="http://schemas.microsoft.com/office/drawing/2014/main" id="{19FB58C7-6EF6-5621-984F-AB7A8F56EE3E}"/>
                </a:ext>
              </a:extLst>
            </p:cNvPr>
            <p:cNvSpPr/>
            <p:nvPr/>
          </p:nvSpPr>
          <p:spPr>
            <a:xfrm>
              <a:off x="9427861" y="339873"/>
              <a:ext cx="5949692" cy="5949692"/>
            </a:xfrm>
            <a:prstGeom prst="ellipse">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Forme">
              <a:extLst>
                <a:ext uri="{FF2B5EF4-FFF2-40B4-BE49-F238E27FC236}">
                  <a16:creationId xmlns:a16="http://schemas.microsoft.com/office/drawing/2014/main" id="{35CC6680-B40A-E096-6320-8C5B44F6EDB6}"/>
                </a:ext>
              </a:extLst>
            </p:cNvPr>
            <p:cNvSpPr/>
            <p:nvPr/>
          </p:nvSpPr>
          <p:spPr>
            <a:xfrm>
              <a:off x="9335008" y="164592"/>
              <a:ext cx="5949692" cy="5949692"/>
            </a:xfrm>
            <a:prstGeom prst="ellipse">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grpSp>
      <p:sp>
        <p:nvSpPr>
          <p:cNvPr id="18" name="Espace réservé de la date 3">
            <a:extLst>
              <a:ext uri="{FF2B5EF4-FFF2-40B4-BE49-F238E27FC236}">
                <a16:creationId xmlns:a16="http://schemas.microsoft.com/office/drawing/2014/main" id="{C5CCB3A4-D575-0B44-2CD3-C0CEEDF43890}"/>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9" name="Espace réservé du pied de page 4">
            <a:extLst>
              <a:ext uri="{FF2B5EF4-FFF2-40B4-BE49-F238E27FC236}">
                <a16:creationId xmlns:a16="http://schemas.microsoft.com/office/drawing/2014/main" id="{EA380647-9208-7BF5-8666-64D0179AEF9B}"/>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20" name="Espace réservé du numéro de diapositive 5">
            <a:extLst>
              <a:ext uri="{FF2B5EF4-FFF2-40B4-BE49-F238E27FC236}">
                <a16:creationId xmlns:a16="http://schemas.microsoft.com/office/drawing/2014/main" id="{B92239D4-40F1-CD60-049A-FCE6E1C7100A}"/>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7" name="Espace réservé du contenu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rtlCol="0">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rtlCol="0" anchor="b">
            <a:noAutofit/>
          </a:bodyPr>
          <a:lstStyle>
            <a:lvl1pPr>
              <a:defRPr sz="6000"/>
            </a:lvl1pPr>
          </a:lstStyle>
          <a:p>
            <a:pPr rtl="0"/>
            <a:r>
              <a:rPr lang="fr"/>
              <a:t>Modifiez le style du titre</a:t>
            </a:r>
          </a:p>
        </p:txBody>
      </p:sp>
    </p:spTree>
    <p:extLst>
      <p:ext uri="{BB962C8B-B14F-4D97-AF65-F5344CB8AC3E}">
        <p14:creationId xmlns:p14="http://schemas.microsoft.com/office/powerpoint/2010/main" val="3169276388"/>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Diapositive de titre avec disposition d’image">
    <p:bg>
      <p:bgPr>
        <a:solidFill>
          <a:schemeClr val="accent2"/>
        </a:solidFill>
        <a:effectLst/>
      </p:bgPr>
    </p:bg>
    <p:spTree>
      <p:nvGrpSpPr>
        <p:cNvPr id="1" name=""/>
        <p:cNvGrpSpPr/>
        <p:nvPr/>
      </p:nvGrpSpPr>
      <p:grpSpPr>
        <a:xfrm>
          <a:off x="0" y="0"/>
          <a:ext cx="0" cy="0"/>
          <a:chOff x="0" y="0"/>
          <a:chExt cx="0" cy="0"/>
        </a:xfrm>
      </p:grpSpPr>
      <p:sp>
        <p:nvSpPr>
          <p:cNvPr id="8" name="Forme">
            <a:extLst>
              <a:ext uri="{FF2B5EF4-FFF2-40B4-BE49-F238E27FC236}">
                <a16:creationId xmlns:a16="http://schemas.microsoft.com/office/drawing/2014/main" id="{E09AA4F6-9CBF-53A8-8FE8-0BAB0E7DC989}"/>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Forme">
            <a:extLst>
              <a:ext uri="{FF2B5EF4-FFF2-40B4-BE49-F238E27FC236}">
                <a16:creationId xmlns:a16="http://schemas.microsoft.com/office/drawing/2014/main" id="{CBE4E0BD-29C0-46EA-4A2D-401DD12AEC12}"/>
              </a:ext>
            </a:extLst>
          </p:cNvPr>
          <p:cNvSpPr/>
          <p:nvPr/>
        </p:nvSpPr>
        <p:spPr>
          <a:xfrm>
            <a:off x="858371" y="800100"/>
            <a:ext cx="10221119" cy="49530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5" name="Espace réservé d’image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00099"/>
            <a:ext cx="3834628" cy="4953001"/>
          </a:xfrm>
          <a:blipFill dpi="0" rotWithShape="1">
            <a:blip r:embed="rId2">
              <a:alphaModFix amt="70000"/>
            </a:blip>
            <a:srcRect/>
            <a:stretch>
              <a:fillRect/>
            </a:stretch>
          </a:blipFill>
          <a:ln w="25400">
            <a:solidFill>
              <a:schemeClr val="tx1"/>
            </a:solidFill>
          </a:ln>
        </p:spPr>
        <p:txBody>
          <a:bodyPr vert="horz" lIns="91440" tIns="0" rIns="0" bIns="0" rtlCol="0">
            <a:noAutofit/>
          </a:bodyPr>
          <a:lstStyle>
            <a:lvl1pPr>
              <a:defRPr lang="en-US" sz="2400" b="0" i="0" noProof="0">
                <a:solidFill>
                  <a:schemeClr val="tx1"/>
                </a:solidFill>
              </a:defRPr>
            </a:lvl1pPr>
          </a:lstStyle>
          <a:p>
            <a:pPr marL="0" lvl="0" indent="0" rtl="0">
              <a:lnSpc>
                <a:spcPct val="150000"/>
              </a:lnSpc>
              <a:buFontTx/>
              <a:buNone/>
            </a:pPr>
            <a:r>
              <a:rPr lang="fr" noProof="0"/>
              <a:t>Cliquez sur l’icône pour ajouter une image</a:t>
            </a:r>
          </a:p>
        </p:txBody>
      </p:sp>
      <p:sp>
        <p:nvSpPr>
          <p:cNvPr id="3" name="Sous-titr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rtlCol="0">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noProof="0"/>
              <a:t>Modifiez le style des sous-titres du masque</a:t>
            </a:r>
          </a:p>
        </p:txBody>
      </p:sp>
      <p:sp>
        <p:nvSpPr>
          <p:cNvPr id="2" name="Titre 1">
            <a:extLst>
              <a:ext uri="{FF2B5EF4-FFF2-40B4-BE49-F238E27FC236}">
                <a16:creationId xmlns:a16="http://schemas.microsoft.com/office/drawing/2014/main" id="{D27EDEC9-86BE-FDB1-3BAE-F5FF0934CA0A}"/>
              </a:ext>
            </a:extLst>
          </p:cNvPr>
          <p:cNvSpPr>
            <a:spLocks noGrp="1"/>
          </p:cNvSpPr>
          <p:nvPr>
            <p:ph type="ctrTitle"/>
          </p:nvPr>
        </p:nvSpPr>
        <p:spPr>
          <a:xfrm>
            <a:off x="1463040" y="1280160"/>
            <a:ext cx="4873752" cy="2670048"/>
          </a:xfrm>
        </p:spPr>
        <p:txBody>
          <a:bodyPr rtlCol="0" anchor="b">
            <a:noAutofit/>
          </a:bodyPr>
          <a:lstStyle>
            <a:lvl1pPr marL="0" indent="0" algn="l">
              <a:lnSpc>
                <a:spcPct val="90000"/>
              </a:lnSpc>
              <a:defRPr sz="6000"/>
            </a:lvl1pPr>
          </a:lstStyle>
          <a:p>
            <a:pPr rtl="0"/>
            <a:r>
              <a:rPr lang="fr" noProof="0"/>
              <a:t>Modifiez le style du titre</a:t>
            </a:r>
            <a:endParaRPr lang="en-US" noProof="0"/>
          </a:p>
        </p:txBody>
      </p:sp>
    </p:spTree>
    <p:extLst>
      <p:ext uri="{BB962C8B-B14F-4D97-AF65-F5344CB8AC3E}">
        <p14:creationId xmlns:p14="http://schemas.microsoft.com/office/powerpoint/2010/main" val="22568939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sposition du numéro de bulle">
    <p:bg>
      <p:bgPr>
        <a:solidFill>
          <a:schemeClr val="accent1"/>
        </a:solidFill>
        <a:effectLst/>
      </p:bgPr>
    </p:bg>
    <p:spTree>
      <p:nvGrpSpPr>
        <p:cNvPr id="1" name=""/>
        <p:cNvGrpSpPr/>
        <p:nvPr/>
      </p:nvGrpSpPr>
      <p:grpSpPr>
        <a:xfrm>
          <a:off x="0" y="0"/>
          <a:ext cx="0" cy="0"/>
          <a:chOff x="0" y="0"/>
          <a:chExt cx="0" cy="0"/>
        </a:xfrm>
      </p:grpSpPr>
      <p:sp>
        <p:nvSpPr>
          <p:cNvPr id="3" name="Espace réservé de la date 3">
            <a:extLst>
              <a:ext uri="{FF2B5EF4-FFF2-40B4-BE49-F238E27FC236}">
                <a16:creationId xmlns:a16="http://schemas.microsoft.com/office/drawing/2014/main" id="{CE038D76-C98B-C544-C8F5-98AA9AC6A8FD}"/>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4" name="Espace réservé du pied de page 4">
            <a:extLst>
              <a:ext uri="{FF2B5EF4-FFF2-40B4-BE49-F238E27FC236}">
                <a16:creationId xmlns:a16="http://schemas.microsoft.com/office/drawing/2014/main" id="{829F6992-15C0-D5E2-DF06-F2FB7C922107}"/>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7" name="Espace réservé du numéro de diapositive 5">
            <a:extLst>
              <a:ext uri="{FF2B5EF4-FFF2-40B4-BE49-F238E27FC236}">
                <a16:creationId xmlns:a16="http://schemas.microsoft.com/office/drawing/2014/main" id="{93F7E5B6-B257-640D-0A25-27F9507E69B6}"/>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8" name="Forme">
            <a:extLst>
              <a:ext uri="{FF2B5EF4-FFF2-40B4-BE49-F238E27FC236}">
                <a16:creationId xmlns:a16="http://schemas.microsoft.com/office/drawing/2014/main" id="{5BDBB369-4213-AA70-D2DD-33F4E9E1F195}"/>
              </a:ext>
            </a:extLst>
          </p:cNvPr>
          <p:cNvSpPr/>
          <p:nvPr/>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Forme">
            <a:extLst>
              <a:ext uri="{FF2B5EF4-FFF2-40B4-BE49-F238E27FC236}">
                <a16:creationId xmlns:a16="http://schemas.microsoft.com/office/drawing/2014/main" id="{3BF27898-0ACC-24EB-589A-96F29C94157A}"/>
              </a:ext>
            </a:extLst>
          </p:cNvPr>
          <p:cNvSpPr/>
          <p:nvPr/>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Forme">
            <a:extLst>
              <a:ext uri="{FF2B5EF4-FFF2-40B4-BE49-F238E27FC236}">
                <a16:creationId xmlns:a16="http://schemas.microsoft.com/office/drawing/2014/main" id="{62CA34BE-87A5-8F47-C395-886E6870CF67}"/>
              </a:ext>
            </a:extLst>
          </p:cNvPr>
          <p:cNvSpPr/>
          <p:nvPr/>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Forme">
            <a:extLst>
              <a:ext uri="{FF2B5EF4-FFF2-40B4-BE49-F238E27FC236}">
                <a16:creationId xmlns:a16="http://schemas.microsoft.com/office/drawing/2014/main" id="{E432D5F8-7F62-B5A0-F3AC-814BFBEEB0ED}"/>
              </a:ext>
            </a:extLst>
          </p:cNvPr>
          <p:cNvSpPr/>
          <p:nvPr/>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Forme">
            <a:extLst>
              <a:ext uri="{FF2B5EF4-FFF2-40B4-BE49-F238E27FC236}">
                <a16:creationId xmlns:a16="http://schemas.microsoft.com/office/drawing/2014/main" id="{FBCE3915-CF40-BF29-2DBB-D9F447CC7555}"/>
              </a:ext>
            </a:extLst>
          </p:cNvPr>
          <p:cNvSpPr/>
          <p:nvPr/>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Espace réservé du texte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rtlCol="0" anchor="ctr"/>
          <a:lstStyle>
            <a:lvl1pPr marL="0" indent="0" algn="ctr">
              <a:buNone/>
              <a:defRPr sz="5400">
                <a:solidFill>
                  <a:schemeClr val="bg1"/>
                </a:solidFill>
                <a:latin typeface="+mj-lt"/>
              </a:defRPr>
            </a:lvl1pPr>
          </a:lstStyle>
          <a:p>
            <a:pPr lvl="0" rtl="0"/>
            <a:r>
              <a:rPr lang="fr" noProof="0"/>
              <a:t>0</a:t>
            </a:r>
          </a:p>
        </p:txBody>
      </p:sp>
      <p:sp>
        <p:nvSpPr>
          <p:cNvPr id="22" name="Espace réservé du texte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rtlCol="0" anchor="ctr"/>
          <a:lstStyle>
            <a:lvl1pPr marL="0" indent="0" algn="ctr">
              <a:buNone/>
              <a:defRPr sz="5400">
                <a:solidFill>
                  <a:schemeClr val="bg1"/>
                </a:solidFill>
                <a:latin typeface="+mj-lt"/>
              </a:defRPr>
            </a:lvl1pPr>
          </a:lstStyle>
          <a:p>
            <a:pPr lvl="0" rtl="0"/>
            <a:r>
              <a:rPr lang="fr" noProof="0"/>
              <a:t>0</a:t>
            </a:r>
          </a:p>
        </p:txBody>
      </p:sp>
      <p:sp>
        <p:nvSpPr>
          <p:cNvPr id="23" name="Espace réservé du texte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rtlCol="0" anchor="ctr"/>
          <a:lstStyle>
            <a:lvl1pPr marL="0" indent="0" algn="ctr">
              <a:buNone/>
              <a:defRPr sz="5400">
                <a:solidFill>
                  <a:schemeClr val="bg1"/>
                </a:solidFill>
                <a:latin typeface="+mj-lt"/>
              </a:defRPr>
            </a:lvl1pPr>
          </a:lstStyle>
          <a:p>
            <a:pPr lvl="0" rtl="0"/>
            <a:r>
              <a:rPr lang="fr" noProof="0"/>
              <a:t>0</a:t>
            </a:r>
          </a:p>
        </p:txBody>
      </p:sp>
      <p:sp>
        <p:nvSpPr>
          <p:cNvPr id="24" name="Espace réservé du texte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rtlCol="0" anchor="ctr"/>
          <a:lstStyle>
            <a:lvl1pPr marL="0" indent="0" algn="ctr">
              <a:buNone/>
              <a:defRPr sz="5400">
                <a:solidFill>
                  <a:schemeClr val="bg1"/>
                </a:solidFill>
                <a:latin typeface="+mj-lt"/>
              </a:defRPr>
            </a:lvl1pPr>
          </a:lstStyle>
          <a:p>
            <a:pPr lvl="0" rtl="0"/>
            <a:r>
              <a:rPr lang="fr" noProof="0"/>
              <a:t>0</a:t>
            </a:r>
          </a:p>
        </p:txBody>
      </p:sp>
      <p:sp>
        <p:nvSpPr>
          <p:cNvPr id="25" name="Espace réservé du texte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rtlCol="0" anchor="ctr"/>
          <a:lstStyle>
            <a:lvl1pPr marL="0" indent="0" algn="ctr">
              <a:buNone/>
              <a:defRPr sz="5400">
                <a:solidFill>
                  <a:schemeClr val="bg1"/>
                </a:solidFill>
                <a:latin typeface="+mj-lt"/>
              </a:defRPr>
            </a:lvl1pPr>
          </a:lstStyle>
          <a:p>
            <a:pPr lvl="0" rtl="0"/>
            <a:r>
              <a:rPr lang="fr" noProof="0"/>
              <a:t>0</a:t>
            </a:r>
          </a:p>
        </p:txBody>
      </p:sp>
      <p:sp>
        <p:nvSpPr>
          <p:cNvPr id="27" name="Espace réservé du texte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rtlCol="0"/>
          <a:lstStyle>
            <a:lvl1pPr marL="0" indent="0" algn="ctr">
              <a:lnSpc>
                <a:spcPct val="120000"/>
              </a:lnSpc>
              <a:spcBef>
                <a:spcPts val="0"/>
              </a:spcBef>
              <a:buNone/>
              <a:defRPr sz="2000">
                <a:latin typeface="+mj-lt"/>
              </a:defRPr>
            </a:lvl1pPr>
          </a:lstStyle>
          <a:p>
            <a:pPr lvl="0" rtl="0"/>
            <a:r>
              <a:rPr lang="fr" noProof="0"/>
              <a:t>Modifiez les styles du texte</a:t>
            </a:r>
          </a:p>
        </p:txBody>
      </p:sp>
      <p:sp>
        <p:nvSpPr>
          <p:cNvPr id="28" name="Espace réservé du texte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rtlCol="0"/>
          <a:lstStyle>
            <a:lvl1pPr marL="0" indent="0" algn="ctr">
              <a:lnSpc>
                <a:spcPct val="120000"/>
              </a:lnSpc>
              <a:spcBef>
                <a:spcPts val="0"/>
              </a:spcBef>
              <a:buNone/>
              <a:defRPr sz="2000">
                <a:latin typeface="+mj-lt"/>
              </a:defRPr>
            </a:lvl1pPr>
          </a:lstStyle>
          <a:p>
            <a:pPr lvl="0" rtl="0"/>
            <a:r>
              <a:rPr lang="fr" noProof="0"/>
              <a:t>Modifiez les styles du texte</a:t>
            </a:r>
          </a:p>
        </p:txBody>
      </p:sp>
      <p:sp>
        <p:nvSpPr>
          <p:cNvPr id="29" name="Espace réservé du texte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rtlCol="0"/>
          <a:lstStyle>
            <a:lvl1pPr marL="0" indent="0" algn="ctr">
              <a:lnSpc>
                <a:spcPct val="120000"/>
              </a:lnSpc>
              <a:spcBef>
                <a:spcPts val="0"/>
              </a:spcBef>
              <a:buNone/>
              <a:defRPr sz="2000">
                <a:latin typeface="+mj-lt"/>
              </a:defRPr>
            </a:lvl1pPr>
          </a:lstStyle>
          <a:p>
            <a:pPr lvl="0" rtl="0"/>
            <a:r>
              <a:rPr lang="fr" noProof="0"/>
              <a:t>Modifiez les styles du texte</a:t>
            </a:r>
          </a:p>
        </p:txBody>
      </p:sp>
      <p:sp>
        <p:nvSpPr>
          <p:cNvPr id="30" name="Espace réservé du texte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rtlCol="0"/>
          <a:lstStyle>
            <a:lvl1pPr marL="0" indent="0" algn="ctr">
              <a:lnSpc>
                <a:spcPct val="120000"/>
              </a:lnSpc>
              <a:spcBef>
                <a:spcPts val="0"/>
              </a:spcBef>
              <a:buNone/>
              <a:defRPr sz="2000">
                <a:latin typeface="+mj-lt"/>
              </a:defRPr>
            </a:lvl1pPr>
          </a:lstStyle>
          <a:p>
            <a:pPr lvl="0" rtl="0"/>
            <a:r>
              <a:rPr lang="fr" noProof="0"/>
              <a:t>Modifiez les styles du texte</a:t>
            </a:r>
          </a:p>
        </p:txBody>
      </p:sp>
      <p:sp>
        <p:nvSpPr>
          <p:cNvPr id="31" name="Espace réservé du texte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rtlCol="0"/>
          <a:lstStyle>
            <a:lvl1pPr marL="0" indent="0" algn="ctr">
              <a:lnSpc>
                <a:spcPct val="120000"/>
              </a:lnSpc>
              <a:spcBef>
                <a:spcPts val="0"/>
              </a:spcBef>
              <a:buNone/>
              <a:defRPr sz="2000">
                <a:latin typeface="+mj-lt"/>
              </a:defRPr>
            </a:lvl1pPr>
          </a:lstStyle>
          <a:p>
            <a:pPr lvl="0" rtl="0"/>
            <a:r>
              <a:rPr lang="fr" noProof="0"/>
              <a:t>Modifiez les styles du texte</a:t>
            </a:r>
          </a:p>
        </p:txBody>
      </p:sp>
      <p:sp>
        <p:nvSpPr>
          <p:cNvPr id="2" name="Titre 1">
            <a:extLst>
              <a:ext uri="{FF2B5EF4-FFF2-40B4-BE49-F238E27FC236}">
                <a16:creationId xmlns:a16="http://schemas.microsoft.com/office/drawing/2014/main" id="{BF01426A-0740-2EB9-FC34-9C043459357E}"/>
              </a:ext>
            </a:extLst>
          </p:cNvPr>
          <p:cNvSpPr>
            <a:spLocks noGrp="1"/>
          </p:cNvSpPr>
          <p:nvPr>
            <p:ph type="title"/>
          </p:nvPr>
        </p:nvSpPr>
        <p:spPr/>
        <p:txBody>
          <a:bodyPr rtlCol="0"/>
          <a:lstStyle/>
          <a:p>
            <a:pPr rtl="0"/>
            <a:r>
              <a:rPr lang="fr" noProof="0"/>
              <a:t>Modifiez le style du titre</a:t>
            </a:r>
          </a:p>
        </p:txBody>
      </p:sp>
    </p:spTree>
    <p:extLst>
      <p:ext uri="{BB962C8B-B14F-4D97-AF65-F5344CB8AC3E}">
        <p14:creationId xmlns:p14="http://schemas.microsoft.com/office/powerpoint/2010/main" val="428412306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Disposition de photos alignée à droite">
    <p:bg>
      <p:bgPr>
        <a:solidFill>
          <a:schemeClr val="tx2"/>
        </a:solidFill>
        <a:effectLst/>
      </p:bgPr>
    </p:bg>
    <p:spTree>
      <p:nvGrpSpPr>
        <p:cNvPr id="1" name=""/>
        <p:cNvGrpSpPr/>
        <p:nvPr/>
      </p:nvGrpSpPr>
      <p:grpSpPr>
        <a:xfrm>
          <a:off x="0" y="0"/>
          <a:ext cx="0" cy="0"/>
          <a:chOff x="0" y="0"/>
          <a:chExt cx="0" cy="0"/>
        </a:xfrm>
      </p:grpSpPr>
      <p:sp>
        <p:nvSpPr>
          <p:cNvPr id="8" name="Forme">
            <a:extLst>
              <a:ext uri="{FF2B5EF4-FFF2-40B4-BE49-F238E27FC236}">
                <a16:creationId xmlns:a16="http://schemas.microsoft.com/office/drawing/2014/main" id="{F51DD675-2DC4-A4BE-C624-3048A2E666B7}"/>
              </a:ext>
            </a:extLst>
          </p:cNvPr>
          <p:cNvSpPr/>
          <p:nvPr/>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Forme">
            <a:extLst>
              <a:ext uri="{FF2B5EF4-FFF2-40B4-BE49-F238E27FC236}">
                <a16:creationId xmlns:a16="http://schemas.microsoft.com/office/drawing/2014/main" id="{A0952ED0-9FCB-B6D2-E806-E2663B8961D0}"/>
              </a:ext>
            </a:extLst>
          </p:cNvPr>
          <p:cNvSpPr/>
          <p:nvPr/>
        </p:nvSpPr>
        <p:spPr>
          <a:xfrm>
            <a:off x="600338" y="782757"/>
            <a:ext cx="6957749" cy="5061732"/>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Espace réservé d’image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blipFill dpi="0" rotWithShape="1">
            <a:blip r:embed="rId2">
              <a:alphaModFix amt="70000"/>
            </a:blip>
            <a:srcRect/>
            <a:stretch>
              <a:fillRect/>
            </a:stretch>
          </a:blipFill>
        </p:spPr>
        <p:txBody>
          <a:bodyPr vert="horz" lIns="91440" tIns="0" rIns="0" bIns="0" rtlCol="0">
            <a:noAutofit/>
          </a:bodyPr>
          <a:lstStyle>
            <a:lvl1pPr>
              <a:defRPr lang="en-US" sz="2400" b="0" i="0" noProof="0"/>
            </a:lvl1pPr>
          </a:lstStyle>
          <a:p>
            <a:pPr marL="0" lvl="0" indent="0" rtl="0">
              <a:lnSpc>
                <a:spcPct val="150000"/>
              </a:lnSpc>
              <a:buFontTx/>
              <a:buNone/>
            </a:pPr>
            <a:r>
              <a:rPr lang="fr" noProof="0"/>
              <a:t>Cliquez sur l’icône pour ajouter une image</a:t>
            </a:r>
          </a:p>
        </p:txBody>
      </p:sp>
      <p:sp>
        <p:nvSpPr>
          <p:cNvPr id="3" name="Espace réservé du contenu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rtlCol="0"/>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rtl="0"/>
            <a:r>
              <a:rPr lang="fr" noProof="0"/>
              <a:t>Modifiez les styles du texte</a:t>
            </a:r>
          </a:p>
        </p:txBody>
      </p:sp>
      <p:sp>
        <p:nvSpPr>
          <p:cNvPr id="2" name="Titr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163828"/>
          </a:xfrm>
        </p:spPr>
        <p:txBody>
          <a:bodyPr rtlCol="0"/>
          <a:lstStyle>
            <a:lvl1pPr algn="l">
              <a:lnSpc>
                <a:spcPct val="90000"/>
              </a:lnSpc>
              <a:defRPr/>
            </a:lvl1pPr>
          </a:lstStyle>
          <a:p>
            <a:pPr rtl="0"/>
            <a:r>
              <a:rPr lang="fr" noProof="0"/>
              <a:t>Modifiez le style du titre</a:t>
            </a:r>
            <a:endParaRPr lang="en-US" noProof="0"/>
          </a:p>
        </p:txBody>
      </p:sp>
    </p:spTree>
    <p:extLst>
      <p:ext uri="{BB962C8B-B14F-4D97-AF65-F5344CB8AC3E}">
        <p14:creationId xmlns:p14="http://schemas.microsoft.com/office/powerpoint/2010/main" val="29866738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Disposition de la photo de la bulle">
    <p:bg>
      <p:bgPr>
        <a:solidFill>
          <a:schemeClr val="accent4"/>
        </a:solidFill>
        <a:effectLst/>
      </p:bgPr>
    </p:bg>
    <p:spTree>
      <p:nvGrpSpPr>
        <p:cNvPr id="1" name=""/>
        <p:cNvGrpSpPr/>
        <p:nvPr/>
      </p:nvGrpSpPr>
      <p:grpSpPr>
        <a:xfrm>
          <a:off x="0" y="0"/>
          <a:ext cx="0" cy="0"/>
          <a:chOff x="0" y="0"/>
          <a:chExt cx="0" cy="0"/>
        </a:xfrm>
      </p:grpSpPr>
      <p:sp>
        <p:nvSpPr>
          <p:cNvPr id="6" name="Forme">
            <a:extLst>
              <a:ext uri="{FF2B5EF4-FFF2-40B4-BE49-F238E27FC236}">
                <a16:creationId xmlns:a16="http://schemas.microsoft.com/office/drawing/2014/main" id="{59728BD5-0C25-387C-A8D3-1645AD8D2F7C}"/>
              </a:ext>
            </a:extLst>
          </p:cNvPr>
          <p:cNvSpPr/>
          <p:nvPr userDrawn="1"/>
        </p:nvSpPr>
        <p:spPr>
          <a:xfrm>
            <a:off x="5648341" y="56531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5" name="Espace réservé d’image 9">
            <a:extLst>
              <a:ext uri="{FF2B5EF4-FFF2-40B4-BE49-F238E27FC236}">
                <a16:creationId xmlns:a16="http://schemas.microsoft.com/office/drawing/2014/main" id="{9A7884F3-D430-A6C2-51B2-E1B6E85D9419}"/>
              </a:ext>
            </a:extLst>
          </p:cNvPr>
          <p:cNvSpPr>
            <a:spLocks noGrp="1" noChangeAspect="1"/>
          </p:cNvSpPr>
          <p:nvPr>
            <p:ph type="pic" sz="quarter" idx="11"/>
          </p:nvPr>
        </p:nvSpPr>
        <p:spPr>
          <a:xfrm>
            <a:off x="5547868" y="388874"/>
            <a:ext cx="5897880" cy="5897880"/>
          </a:xfrm>
          <a:prstGeom prst="ellipse">
            <a:avLst/>
          </a:prstGeom>
          <a:blipFill dpi="0" rotWithShape="1">
            <a:blip r:embed="rId2">
              <a:alphaModFix amt="75000"/>
            </a:blip>
            <a:srcRect/>
            <a:stretch>
              <a:fillRect/>
            </a:stretch>
          </a:blipFill>
          <a:ln w="25400">
            <a:solidFill>
              <a:schemeClr val="tx1"/>
            </a:solidFill>
          </a:ln>
        </p:spPr>
        <p:txBody>
          <a:bodyPr vert="horz" lIns="91440" tIns="0" rIns="0" bIns="0" rtlCol="0">
            <a:noAutofit/>
          </a:bodyPr>
          <a:lstStyle>
            <a:lvl1pPr>
              <a:defRPr lang="en-US" sz="2400" b="0" i="0" noProof="0"/>
            </a:lvl1pPr>
          </a:lstStyle>
          <a:p>
            <a:pPr marL="0" lvl="0" indent="0" rtl="0">
              <a:lnSpc>
                <a:spcPct val="150000"/>
              </a:lnSpc>
              <a:buFontTx/>
              <a:buNone/>
            </a:pPr>
            <a:r>
              <a:rPr lang="fr" noProof="0"/>
              <a:t>Cliquez sur l’icône pour ajouter une image</a:t>
            </a:r>
          </a:p>
        </p:txBody>
      </p:sp>
      <p:sp>
        <p:nvSpPr>
          <p:cNvPr id="3" name="Espace réservé du texte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rtlCol="0"/>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 noProof="0"/>
              <a:t>Modifiez les styles du texte</a:t>
            </a:r>
          </a:p>
        </p:txBody>
      </p:sp>
      <p:sp>
        <p:nvSpPr>
          <p:cNvPr id="2" name="Titr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rtlCol="0" anchor="t"/>
          <a:lstStyle>
            <a:lvl1pPr algn="l">
              <a:defRPr sz="6000"/>
            </a:lvl1pPr>
          </a:lstStyle>
          <a:p>
            <a:pPr rtl="0"/>
            <a:r>
              <a:rPr lang="fr" noProof="0"/>
              <a:t>Modifiez le style du titre</a:t>
            </a:r>
          </a:p>
        </p:txBody>
      </p:sp>
    </p:spTree>
    <p:extLst>
      <p:ext uri="{BB962C8B-B14F-4D97-AF65-F5344CB8AC3E}">
        <p14:creationId xmlns:p14="http://schemas.microsoft.com/office/powerpoint/2010/main" val="3949768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Équipe x4">
    <p:bg>
      <p:bgPr>
        <a:solidFill>
          <a:schemeClr val="tx2"/>
        </a:solidFill>
        <a:effectLst/>
      </p:bgPr>
    </p:bg>
    <p:spTree>
      <p:nvGrpSpPr>
        <p:cNvPr id="1" name=""/>
        <p:cNvGrpSpPr/>
        <p:nvPr/>
      </p:nvGrpSpPr>
      <p:grpSpPr>
        <a:xfrm>
          <a:off x="0" y="0"/>
          <a:ext cx="0" cy="0"/>
          <a:chOff x="0" y="0"/>
          <a:chExt cx="0" cy="0"/>
        </a:xfrm>
      </p:grpSpPr>
      <p:sp>
        <p:nvSpPr>
          <p:cNvPr id="7" name="Forme">
            <a:extLst>
              <a:ext uri="{FF2B5EF4-FFF2-40B4-BE49-F238E27FC236}">
                <a16:creationId xmlns:a16="http://schemas.microsoft.com/office/drawing/2014/main" id="{E21113D2-FC9F-27EC-7A45-E8F7695D1407}"/>
              </a:ext>
            </a:extLst>
          </p:cNvPr>
          <p:cNvSpPr/>
          <p:nvPr/>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Forme">
            <a:extLst>
              <a:ext uri="{FF2B5EF4-FFF2-40B4-BE49-F238E27FC236}">
                <a16:creationId xmlns:a16="http://schemas.microsoft.com/office/drawing/2014/main" id="{AD0B836B-7152-D6F5-7044-4B3B321454F5}"/>
              </a:ext>
            </a:extLst>
          </p:cNvPr>
          <p:cNvSpPr/>
          <p:nvPr/>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Forme">
            <a:extLst>
              <a:ext uri="{FF2B5EF4-FFF2-40B4-BE49-F238E27FC236}">
                <a16:creationId xmlns:a16="http://schemas.microsoft.com/office/drawing/2014/main" id="{65518B88-F549-D8C7-0CD2-91E7CABE5E13}"/>
              </a:ext>
            </a:extLst>
          </p:cNvPr>
          <p:cNvSpPr/>
          <p:nvPr/>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Forme">
            <a:extLst>
              <a:ext uri="{FF2B5EF4-FFF2-40B4-BE49-F238E27FC236}">
                <a16:creationId xmlns:a16="http://schemas.microsoft.com/office/drawing/2014/main" id="{EF098B7F-7320-E28C-D4A0-9C0D6072BDA7}"/>
              </a:ext>
            </a:extLst>
          </p:cNvPr>
          <p:cNvSpPr/>
          <p:nvPr/>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6" name="Espace réservé de la date 3">
            <a:extLst>
              <a:ext uri="{FF2B5EF4-FFF2-40B4-BE49-F238E27FC236}">
                <a16:creationId xmlns:a16="http://schemas.microsoft.com/office/drawing/2014/main" id="{D3F14087-C251-E7D5-3CEB-B94352D84E6F}"/>
              </a:ext>
            </a:extLst>
          </p:cNvPr>
          <p:cNvSpPr>
            <a:spLocks noGrp="1"/>
          </p:cNvSpPr>
          <p:nvPr>
            <p:ph type="dt" sz="half" idx="2"/>
          </p:nvPr>
        </p:nvSpPr>
        <p:spPr>
          <a:xfrm>
            <a:off x="612647" y="6453002"/>
            <a:ext cx="3494314" cy="365125"/>
          </a:xfrm>
          <a:prstGeom prst="rect">
            <a:avLst/>
          </a:prstGeom>
        </p:spPr>
        <p:txBody>
          <a:bodyPr rtlCol="0"/>
          <a:lstStyle>
            <a:lvl1pPr>
              <a:defRPr sz="1200">
                <a:solidFill>
                  <a:schemeClr val="bg1"/>
                </a:solidFill>
              </a:defRPr>
            </a:lvl1pPr>
          </a:lstStyle>
          <a:p>
            <a:pPr rtl="0"/>
            <a:endParaRPr lang="en-US"/>
          </a:p>
        </p:txBody>
      </p:sp>
      <p:sp>
        <p:nvSpPr>
          <p:cNvPr id="8" name="Espace réservé du pied de page 4">
            <a:extLst>
              <a:ext uri="{FF2B5EF4-FFF2-40B4-BE49-F238E27FC236}">
                <a16:creationId xmlns:a16="http://schemas.microsoft.com/office/drawing/2014/main" id="{F4B2518B-6182-8D2D-813F-AFC9F68ADA64}"/>
              </a:ext>
            </a:extLst>
          </p:cNvPr>
          <p:cNvSpPr>
            <a:spLocks noGrp="1"/>
          </p:cNvSpPr>
          <p:nvPr>
            <p:ph type="ftr" sz="quarter" idx="3"/>
          </p:nvPr>
        </p:nvSpPr>
        <p:spPr>
          <a:xfrm>
            <a:off x="8394504" y="6453002"/>
            <a:ext cx="2805405" cy="365125"/>
          </a:xfrm>
          <a:prstGeom prst="rect">
            <a:avLst/>
          </a:prstGeom>
        </p:spPr>
        <p:txBody>
          <a:bodyPr rtlCol="0"/>
          <a:lstStyle>
            <a:lvl1pPr>
              <a:defRPr sz="1200">
                <a:solidFill>
                  <a:schemeClr val="bg1"/>
                </a:solidFill>
              </a:defRPr>
            </a:lvl1pPr>
          </a:lstStyle>
          <a:p>
            <a:pPr rtl="0"/>
            <a:endParaRPr lang="en-US"/>
          </a:p>
        </p:txBody>
      </p:sp>
      <p:sp>
        <p:nvSpPr>
          <p:cNvPr id="10" name="Espace réservé du numéro de diapositive 5">
            <a:extLst>
              <a:ext uri="{FF2B5EF4-FFF2-40B4-BE49-F238E27FC236}">
                <a16:creationId xmlns:a16="http://schemas.microsoft.com/office/drawing/2014/main" id="{36D224B4-8A41-A69B-813F-9ADC38AF0061}"/>
              </a:ext>
            </a:extLst>
          </p:cNvPr>
          <p:cNvSpPr>
            <a:spLocks noGrp="1"/>
          </p:cNvSpPr>
          <p:nvPr>
            <p:ph type="sldNum" sz="quarter" idx="4"/>
          </p:nvPr>
        </p:nvSpPr>
        <p:spPr>
          <a:xfrm>
            <a:off x="11150145" y="6453002"/>
            <a:ext cx="429207" cy="365125"/>
          </a:xfrm>
          <a:prstGeom prst="rect">
            <a:avLst/>
          </a:prstGeom>
        </p:spPr>
        <p:txBody>
          <a:bodyPr rtlCol="0"/>
          <a:lstStyle>
            <a:lvl1pPr>
              <a:defRPr sz="1200">
                <a:solidFill>
                  <a:schemeClr val="bg1"/>
                </a:solidFill>
              </a:defRPr>
            </a:lvl1pPr>
          </a:lstStyle>
          <a:p>
            <a:pPr rtl="0"/>
            <a:fld id="{CC057153-B650-4DEB-B370-79DDCFDCE934}" type="slidenum">
              <a:rPr lang="en-US" smtClean="0"/>
              <a:pPr rtl="0"/>
              <a:t>‹N°›</a:t>
            </a:fld>
            <a:endParaRPr lang="en-US"/>
          </a:p>
        </p:txBody>
      </p:sp>
      <p:sp>
        <p:nvSpPr>
          <p:cNvPr id="25" name="Espace réservé du texte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1"/>
          </a:solidFill>
          <a:ln w="25400">
            <a:solidFill>
              <a:schemeClr val="dk1"/>
            </a:solidFill>
          </a:ln>
        </p:spPr>
        <p:txBody>
          <a:bodyPr tIns="2377440" rtlCol="0"/>
          <a:lstStyle>
            <a:lvl1pPr marL="0" indent="0" algn="ctr">
              <a:buFont typeface="Arial" panose="020B0604020202020204" pitchFamily="34" charset="0"/>
              <a:buNone/>
              <a:defRPr sz="2000">
                <a:latin typeface="+mj-lt"/>
              </a:defRPr>
            </a:lvl1pPr>
          </a:lstStyle>
          <a:p>
            <a:pPr lvl="0" rtl="0"/>
            <a:r>
              <a:rPr lang="fr" noProof="0"/>
              <a:t>Modifiez les styles du texte</a:t>
            </a:r>
          </a:p>
        </p:txBody>
      </p:sp>
      <p:sp>
        <p:nvSpPr>
          <p:cNvPr id="23" name="Espace réservé d’image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blipFill>
            <a:blip r:embed="rId2">
              <a:alphaModFix amt="70000"/>
            </a:blip>
            <a:stretch>
              <a:fillRect/>
            </a:stretch>
          </a:blipFill>
          <a:ln w="25400">
            <a:solidFill>
              <a:schemeClr val="tx1">
                <a:alpha val="70000"/>
              </a:schemeClr>
            </a:solidFill>
          </a:ln>
        </p:spPr>
        <p:txBody>
          <a:bodyPr rtlCol="0" anchor="ctr"/>
          <a:lstStyle>
            <a:lvl1pPr marL="0" indent="0" algn="ctr">
              <a:buNone/>
              <a:defRPr sz="1600"/>
            </a:lvl1pPr>
          </a:lstStyle>
          <a:p>
            <a:pPr rtl="0"/>
            <a:r>
              <a:rPr lang="fr" noProof="0"/>
              <a:t>Cliquez sur l’icône pour ajouter une image</a:t>
            </a:r>
          </a:p>
        </p:txBody>
      </p:sp>
      <p:sp>
        <p:nvSpPr>
          <p:cNvPr id="28" name="Espace réservé du texte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89897"/>
            <a:ext cx="2514600" cy="338328"/>
          </a:xfrm>
        </p:spPr>
        <p:txBody>
          <a:bodyPr rtlCol="0">
            <a:normAutofit/>
          </a:bodyPr>
          <a:lstStyle>
            <a:lvl1pPr marL="0" indent="0" algn="ctr">
              <a:lnSpc>
                <a:spcPct val="100000"/>
              </a:lnSpc>
              <a:spcBef>
                <a:spcPts val="0"/>
              </a:spcBef>
              <a:buNone/>
              <a:defRPr sz="1400"/>
            </a:lvl1pPr>
          </a:lstStyle>
          <a:p>
            <a:pPr lvl="0" rtl="0"/>
            <a:r>
              <a:rPr lang="fr" noProof="0"/>
              <a:t>Modifiez les styles du texte</a:t>
            </a:r>
          </a:p>
        </p:txBody>
      </p:sp>
      <p:sp>
        <p:nvSpPr>
          <p:cNvPr id="29" name="Espace réservé du texte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1"/>
          </a:solidFill>
          <a:ln w="25400">
            <a:solidFill>
              <a:schemeClr val="dk1"/>
            </a:solidFill>
          </a:ln>
        </p:spPr>
        <p:txBody>
          <a:bodyPr tIns="2377440" rtlCol="0"/>
          <a:lstStyle>
            <a:lvl1pPr marL="0" indent="0" algn="ctr">
              <a:buFont typeface="Arial" panose="020B0604020202020204" pitchFamily="34" charset="0"/>
              <a:buNone/>
              <a:defRPr sz="2000">
                <a:latin typeface="+mj-lt"/>
              </a:defRPr>
            </a:lvl1pPr>
          </a:lstStyle>
          <a:p>
            <a:pPr lvl="0" rtl="0"/>
            <a:r>
              <a:rPr lang="fr" noProof="0"/>
              <a:t>Modifiez les styles du texte</a:t>
            </a:r>
          </a:p>
        </p:txBody>
      </p:sp>
      <p:sp>
        <p:nvSpPr>
          <p:cNvPr id="30" name="Espace réservé d’image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dirty="0"/>
            </a:lvl1pPr>
          </a:lstStyle>
          <a:p>
            <a:pPr marL="0" lvl="0" indent="0" algn="ctr" rtl="0">
              <a:buNone/>
            </a:pPr>
            <a:r>
              <a:rPr lang="fr" noProof="0"/>
              <a:t>Cliquez sur l’icône pour ajouter une image</a:t>
            </a:r>
          </a:p>
        </p:txBody>
      </p:sp>
      <p:sp>
        <p:nvSpPr>
          <p:cNvPr id="31" name="Espace réservé du texte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89897"/>
            <a:ext cx="2514600" cy="338328"/>
          </a:xfrm>
        </p:spPr>
        <p:txBody>
          <a:bodyPr rtlCol="0">
            <a:normAutofit/>
          </a:bodyPr>
          <a:lstStyle>
            <a:lvl1pPr marL="0" indent="0" algn="ctr">
              <a:lnSpc>
                <a:spcPct val="100000"/>
              </a:lnSpc>
              <a:spcBef>
                <a:spcPts val="0"/>
              </a:spcBef>
              <a:buNone/>
              <a:defRPr sz="1400"/>
            </a:lvl1pPr>
          </a:lstStyle>
          <a:p>
            <a:pPr lvl="0" rtl="0"/>
            <a:r>
              <a:rPr lang="fr" noProof="0"/>
              <a:t>Modifiez les styles du texte</a:t>
            </a:r>
          </a:p>
        </p:txBody>
      </p:sp>
      <p:sp>
        <p:nvSpPr>
          <p:cNvPr id="32" name="Espace réservé du texte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1"/>
          </a:solidFill>
          <a:ln w="25400">
            <a:solidFill>
              <a:schemeClr val="dk1"/>
            </a:solidFill>
          </a:ln>
        </p:spPr>
        <p:txBody>
          <a:bodyPr tIns="2377440" rtlCol="0"/>
          <a:lstStyle>
            <a:lvl1pPr marL="0" indent="0" algn="ctr">
              <a:buFont typeface="Arial" panose="020B0604020202020204" pitchFamily="34" charset="0"/>
              <a:buNone/>
              <a:defRPr sz="2000">
                <a:latin typeface="+mj-lt"/>
              </a:defRPr>
            </a:lvl1pPr>
          </a:lstStyle>
          <a:p>
            <a:pPr lvl="0" rtl="0"/>
            <a:r>
              <a:rPr lang="fr" noProof="0"/>
              <a:t>Modifiez les styles du texte</a:t>
            </a:r>
          </a:p>
        </p:txBody>
      </p:sp>
      <p:sp>
        <p:nvSpPr>
          <p:cNvPr id="33" name="Espace réservé d’image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dirty="0"/>
            </a:lvl1pPr>
          </a:lstStyle>
          <a:p>
            <a:pPr marL="0" lvl="0" indent="0" algn="ctr" rtl="0">
              <a:buNone/>
            </a:pPr>
            <a:r>
              <a:rPr lang="fr" noProof="0"/>
              <a:t>Cliquez sur l’icône pour ajouter une image</a:t>
            </a:r>
          </a:p>
        </p:txBody>
      </p:sp>
      <p:sp>
        <p:nvSpPr>
          <p:cNvPr id="34" name="Espace réservé du texte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89897"/>
            <a:ext cx="2514600" cy="338328"/>
          </a:xfrm>
        </p:spPr>
        <p:txBody>
          <a:bodyPr rtlCol="0">
            <a:normAutofit/>
          </a:bodyPr>
          <a:lstStyle>
            <a:lvl1pPr marL="0" indent="0" algn="ctr">
              <a:lnSpc>
                <a:spcPct val="100000"/>
              </a:lnSpc>
              <a:spcBef>
                <a:spcPts val="0"/>
              </a:spcBef>
              <a:buNone/>
              <a:defRPr sz="1400"/>
            </a:lvl1pPr>
          </a:lstStyle>
          <a:p>
            <a:pPr lvl="0" rtl="0"/>
            <a:r>
              <a:rPr lang="fr" noProof="0"/>
              <a:t>Modifiez les styles du texte</a:t>
            </a:r>
          </a:p>
        </p:txBody>
      </p:sp>
      <p:sp>
        <p:nvSpPr>
          <p:cNvPr id="35" name="Espace réservé du texte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1"/>
          </a:solidFill>
          <a:ln w="25400">
            <a:solidFill>
              <a:schemeClr val="dk1"/>
            </a:solidFill>
          </a:ln>
        </p:spPr>
        <p:txBody>
          <a:bodyPr tIns="2377440" rtlCol="0"/>
          <a:lstStyle>
            <a:lvl1pPr marL="0" indent="0" algn="ctr">
              <a:buFont typeface="Arial" panose="020B0604020202020204" pitchFamily="34" charset="0"/>
              <a:buNone/>
              <a:defRPr sz="2000">
                <a:latin typeface="+mj-lt"/>
              </a:defRPr>
            </a:lvl1pPr>
          </a:lstStyle>
          <a:p>
            <a:pPr lvl="0" rtl="0"/>
            <a:r>
              <a:rPr lang="fr" noProof="0"/>
              <a:t>Modifiez les styles du texte</a:t>
            </a:r>
          </a:p>
        </p:txBody>
      </p:sp>
      <p:sp>
        <p:nvSpPr>
          <p:cNvPr id="36" name="Espace réservé d’image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blipFill>
            <a:blip r:embed="rId2">
              <a:alphaModFix amt="70000"/>
            </a:blip>
            <a:stretch>
              <a:fillRect/>
            </a:stretch>
          </a:blipFill>
          <a:ln w="25400">
            <a:solidFill>
              <a:schemeClr val="tx1">
                <a:alpha val="70000"/>
              </a:schemeClr>
            </a:solidFill>
          </a:ln>
        </p:spPr>
        <p:txBody>
          <a:bodyPr vert="horz" lIns="91440" tIns="45720" rIns="91440" bIns="45720" rtlCol="0" anchor="ctr">
            <a:normAutofit/>
          </a:bodyPr>
          <a:lstStyle>
            <a:lvl1pPr>
              <a:defRPr lang="en-US" sz="1600" noProof="0"/>
            </a:lvl1pPr>
          </a:lstStyle>
          <a:p>
            <a:pPr marL="0" lvl="0" indent="0" algn="ctr" rtl="0">
              <a:buNone/>
            </a:pPr>
            <a:r>
              <a:rPr lang="fr" noProof="0"/>
              <a:t>Cliquez sur l’icône pour ajouter une image</a:t>
            </a:r>
          </a:p>
        </p:txBody>
      </p:sp>
      <p:sp>
        <p:nvSpPr>
          <p:cNvPr id="37" name="Espace réservé du texte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89897"/>
            <a:ext cx="2514600" cy="338328"/>
          </a:xfrm>
        </p:spPr>
        <p:txBody>
          <a:bodyPr rtlCol="0">
            <a:normAutofit/>
          </a:bodyPr>
          <a:lstStyle>
            <a:lvl1pPr marL="0" indent="0" algn="ctr">
              <a:lnSpc>
                <a:spcPct val="100000"/>
              </a:lnSpc>
              <a:spcBef>
                <a:spcPts val="0"/>
              </a:spcBef>
              <a:buNone/>
              <a:defRPr sz="1400"/>
            </a:lvl1pPr>
          </a:lstStyle>
          <a:p>
            <a:pPr lvl="0" rtl="0"/>
            <a:r>
              <a:rPr lang="fr" noProof="0"/>
              <a:t>Modifiez les styles du texte</a:t>
            </a:r>
          </a:p>
        </p:txBody>
      </p:sp>
      <p:sp>
        <p:nvSpPr>
          <p:cNvPr id="3" name="Titre 1">
            <a:extLst>
              <a:ext uri="{FF2B5EF4-FFF2-40B4-BE49-F238E27FC236}">
                <a16:creationId xmlns:a16="http://schemas.microsoft.com/office/drawing/2014/main" id="{3734335C-F51C-31D5-364F-1D05EDE82E6E}"/>
              </a:ext>
            </a:extLst>
          </p:cNvPr>
          <p:cNvSpPr>
            <a:spLocks noGrp="1"/>
          </p:cNvSpPr>
          <p:nvPr>
            <p:ph type="title"/>
          </p:nvPr>
        </p:nvSpPr>
        <p:spPr>
          <a:xfrm>
            <a:off x="609600" y="547396"/>
            <a:ext cx="10745788" cy="1143292"/>
          </a:xfrm>
        </p:spPr>
        <p:txBody>
          <a:bodyPr rtlCol="0"/>
          <a:lstStyle>
            <a:lvl1pPr>
              <a:defRPr>
                <a:solidFill>
                  <a:schemeClr val="bg1"/>
                </a:solidFill>
              </a:defRPr>
            </a:lvl1pPr>
          </a:lstStyle>
          <a:p>
            <a:pPr rtl="0"/>
            <a:r>
              <a:rPr lang="fr"/>
              <a:t>Modifiez le style du titre</a:t>
            </a:r>
          </a:p>
        </p:txBody>
      </p:sp>
    </p:spTree>
    <p:extLst>
      <p:ext uri="{BB962C8B-B14F-4D97-AF65-F5344CB8AC3E}">
        <p14:creationId xmlns:p14="http://schemas.microsoft.com/office/powerpoint/2010/main" val="9142237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Équipe x8">
    <p:bg>
      <p:bgPr>
        <a:solidFill>
          <a:schemeClr val="accent2"/>
        </a:solidFill>
        <a:effectLst/>
      </p:bgPr>
    </p:bg>
    <p:spTree>
      <p:nvGrpSpPr>
        <p:cNvPr id="1" name=""/>
        <p:cNvGrpSpPr/>
        <p:nvPr/>
      </p:nvGrpSpPr>
      <p:grpSpPr>
        <a:xfrm>
          <a:off x="0" y="0"/>
          <a:ext cx="0" cy="0"/>
          <a:chOff x="0" y="0"/>
          <a:chExt cx="0" cy="0"/>
        </a:xfrm>
      </p:grpSpPr>
      <p:sp>
        <p:nvSpPr>
          <p:cNvPr id="8" name="Forme">
            <a:extLst>
              <a:ext uri="{FF2B5EF4-FFF2-40B4-BE49-F238E27FC236}">
                <a16:creationId xmlns:a16="http://schemas.microsoft.com/office/drawing/2014/main" id="{559D8666-7371-3C57-AFFE-49810709BDDB}"/>
              </a:ext>
            </a:extLst>
          </p:cNvPr>
          <p:cNvSpPr/>
          <p:nvPr/>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Forme">
            <a:extLst>
              <a:ext uri="{FF2B5EF4-FFF2-40B4-BE49-F238E27FC236}">
                <a16:creationId xmlns:a16="http://schemas.microsoft.com/office/drawing/2014/main" id="{434B564B-DE03-74A6-773C-0FD4632658D1}"/>
              </a:ext>
            </a:extLst>
          </p:cNvPr>
          <p:cNvSpPr/>
          <p:nvPr/>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Forme">
            <a:extLst>
              <a:ext uri="{FF2B5EF4-FFF2-40B4-BE49-F238E27FC236}">
                <a16:creationId xmlns:a16="http://schemas.microsoft.com/office/drawing/2014/main" id="{A98F51D8-7768-BB9C-DEFD-FE6F101B538B}"/>
              </a:ext>
            </a:extLst>
          </p:cNvPr>
          <p:cNvSpPr/>
          <p:nvPr/>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Forme">
            <a:extLst>
              <a:ext uri="{FF2B5EF4-FFF2-40B4-BE49-F238E27FC236}">
                <a16:creationId xmlns:a16="http://schemas.microsoft.com/office/drawing/2014/main" id="{824DDB7E-F583-BE45-8440-04134133EF5E}"/>
              </a:ext>
            </a:extLst>
          </p:cNvPr>
          <p:cNvSpPr/>
          <p:nvPr/>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Forme">
            <a:extLst>
              <a:ext uri="{FF2B5EF4-FFF2-40B4-BE49-F238E27FC236}">
                <a16:creationId xmlns:a16="http://schemas.microsoft.com/office/drawing/2014/main" id="{3AB34327-1213-C6F7-069A-661286889411}"/>
              </a:ext>
            </a:extLst>
          </p:cNvPr>
          <p:cNvSpPr/>
          <p:nvPr/>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Forme">
            <a:extLst>
              <a:ext uri="{FF2B5EF4-FFF2-40B4-BE49-F238E27FC236}">
                <a16:creationId xmlns:a16="http://schemas.microsoft.com/office/drawing/2014/main" id="{B6BF1339-971D-E8EC-9A92-C646A04A9796}"/>
              </a:ext>
            </a:extLst>
          </p:cNvPr>
          <p:cNvSpPr/>
          <p:nvPr/>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Forme">
            <a:extLst>
              <a:ext uri="{FF2B5EF4-FFF2-40B4-BE49-F238E27FC236}">
                <a16:creationId xmlns:a16="http://schemas.microsoft.com/office/drawing/2014/main" id="{2C16FE32-0722-CA1D-92A1-77B7780BDE81}"/>
              </a:ext>
            </a:extLst>
          </p:cNvPr>
          <p:cNvSpPr/>
          <p:nvPr/>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Forme">
            <a:extLst>
              <a:ext uri="{FF2B5EF4-FFF2-40B4-BE49-F238E27FC236}">
                <a16:creationId xmlns:a16="http://schemas.microsoft.com/office/drawing/2014/main" id="{A3D368EA-D182-9937-D248-E4051379E257}"/>
              </a:ext>
            </a:extLst>
          </p:cNvPr>
          <p:cNvSpPr/>
          <p:nvPr/>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Espace réservé du texte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23" name="Espace réservé d’image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28" name="Espace réservé du texte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rtlCol="0"/>
          <a:lstStyle>
            <a:lvl1pPr marL="0" indent="0" algn="ctr">
              <a:buNone/>
              <a:defRPr sz="1200"/>
            </a:lvl1pPr>
          </a:lstStyle>
          <a:p>
            <a:pPr lvl="0" rtl="0"/>
            <a:r>
              <a:rPr lang="fr" noProof="0"/>
              <a:t>Modifiez les styles du texte</a:t>
            </a:r>
          </a:p>
        </p:txBody>
      </p:sp>
      <p:sp>
        <p:nvSpPr>
          <p:cNvPr id="46" name="Espace réservé du texte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57" name="Espace réservé d’image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47" name="Espace réservé du texte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rtlCol="0"/>
          <a:lstStyle>
            <a:lvl1pPr marL="0" indent="0" algn="ctr">
              <a:buNone/>
              <a:defRPr sz="1200"/>
            </a:lvl1pPr>
          </a:lstStyle>
          <a:p>
            <a:pPr lvl="0" rtl="0"/>
            <a:r>
              <a:rPr lang="fr" noProof="0"/>
              <a:t>Modifiez les styles du texte</a:t>
            </a:r>
          </a:p>
        </p:txBody>
      </p:sp>
      <p:sp>
        <p:nvSpPr>
          <p:cNvPr id="29" name="Espace réservé du texte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30" name="Espace réservé d’image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31" name="Espace réservé du texte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rtlCol="0"/>
          <a:lstStyle>
            <a:lvl1pPr marL="0" indent="0" algn="ctr">
              <a:buNone/>
              <a:defRPr sz="1200"/>
            </a:lvl1pPr>
          </a:lstStyle>
          <a:p>
            <a:pPr lvl="0" rtl="0"/>
            <a:r>
              <a:rPr lang="fr" noProof="0"/>
              <a:t>Modifiez les styles du texte</a:t>
            </a:r>
          </a:p>
        </p:txBody>
      </p:sp>
      <p:sp>
        <p:nvSpPr>
          <p:cNvPr id="48" name="Espace réservé du texte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49" name="Espace réservé d’image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50" name="Espace réservé du texte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rtlCol="0"/>
          <a:lstStyle>
            <a:lvl1pPr marL="0" indent="0" algn="ctr">
              <a:buNone/>
              <a:defRPr sz="1200"/>
            </a:lvl1pPr>
          </a:lstStyle>
          <a:p>
            <a:pPr lvl="0" rtl="0"/>
            <a:r>
              <a:rPr lang="fr" noProof="0"/>
              <a:t>Modifiez les styles du texte</a:t>
            </a:r>
          </a:p>
        </p:txBody>
      </p:sp>
      <p:sp>
        <p:nvSpPr>
          <p:cNvPr id="32" name="Espace réservé du texte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33" name="Espace réservé d’image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34" name="Espace réservé du texte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rtlCol="0"/>
          <a:lstStyle>
            <a:lvl1pPr marL="0" indent="0" algn="ctr">
              <a:buNone/>
              <a:defRPr sz="1200"/>
            </a:lvl1pPr>
          </a:lstStyle>
          <a:p>
            <a:pPr lvl="0" rtl="0"/>
            <a:r>
              <a:rPr lang="fr" noProof="0"/>
              <a:t>Modifiez les styles du texte</a:t>
            </a:r>
          </a:p>
        </p:txBody>
      </p:sp>
      <p:sp>
        <p:nvSpPr>
          <p:cNvPr id="51" name="Espace réservé du texte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52" name="Espace réservé d’image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53" name="Espace réservé du texte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rtlCol="0"/>
          <a:lstStyle>
            <a:lvl1pPr marL="0" indent="0" algn="ctr">
              <a:buNone/>
              <a:defRPr sz="1200"/>
            </a:lvl1pPr>
          </a:lstStyle>
          <a:p>
            <a:pPr lvl="0" rtl="0"/>
            <a:r>
              <a:rPr lang="fr" noProof="0"/>
              <a:t>Modifiez les styles du texte</a:t>
            </a:r>
          </a:p>
        </p:txBody>
      </p:sp>
      <p:sp>
        <p:nvSpPr>
          <p:cNvPr id="35" name="Espace réservé du texte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36" name="Espace réservé d’image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37" name="Espace réservé du texte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rtlCol="0"/>
          <a:lstStyle>
            <a:lvl1pPr marL="0" indent="0" algn="ctr">
              <a:buNone/>
              <a:defRPr sz="1200"/>
            </a:lvl1pPr>
          </a:lstStyle>
          <a:p>
            <a:pPr lvl="0" rtl="0"/>
            <a:r>
              <a:rPr lang="fr" noProof="0"/>
              <a:t>Modifiez les styles du texte</a:t>
            </a:r>
          </a:p>
        </p:txBody>
      </p:sp>
      <p:sp>
        <p:nvSpPr>
          <p:cNvPr id="54" name="Espace réservé du texte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1"/>
          </a:solidFill>
          <a:ln w="25400">
            <a:solidFill>
              <a:schemeClr val="dk1"/>
            </a:solidFill>
          </a:ln>
        </p:spPr>
        <p:txBody>
          <a:bodyPr tIns="1490472" rtlCol="0"/>
          <a:lstStyle>
            <a:lvl1pPr marL="0" indent="0" algn="ctr">
              <a:buFont typeface="Arial" panose="020B0604020202020204" pitchFamily="34" charset="0"/>
              <a:buNone/>
              <a:defRPr sz="1600">
                <a:latin typeface="+mj-lt"/>
              </a:defRPr>
            </a:lvl1pPr>
          </a:lstStyle>
          <a:p>
            <a:pPr lvl="0" rtl="0"/>
            <a:r>
              <a:rPr lang="fr" noProof="0"/>
              <a:t>Modifiez les styles du texte</a:t>
            </a:r>
          </a:p>
        </p:txBody>
      </p:sp>
      <p:sp>
        <p:nvSpPr>
          <p:cNvPr id="55" name="Espace réservé d’image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blipFill>
            <a:blip r:embed="rId2">
              <a:alphaModFix amt="70000"/>
            </a:blip>
            <a:stretch>
              <a:fillRect/>
            </a:stretch>
          </a:blipFill>
          <a:ln w="25400">
            <a:solidFill>
              <a:schemeClr val="tx1"/>
            </a:solidFill>
          </a:ln>
        </p:spPr>
        <p:txBody>
          <a:bodyPr rtlCol="0" anchor="ctr"/>
          <a:lstStyle>
            <a:lvl1pPr marL="0" indent="0" algn="ctr">
              <a:buNone/>
              <a:defRPr sz="1600"/>
            </a:lvl1pPr>
          </a:lstStyle>
          <a:p>
            <a:pPr rtl="0"/>
            <a:r>
              <a:rPr lang="fr" noProof="0"/>
              <a:t>Cliquez sur l’icône pour ajouter une image</a:t>
            </a:r>
          </a:p>
        </p:txBody>
      </p:sp>
      <p:sp>
        <p:nvSpPr>
          <p:cNvPr id="56" name="Espace réservé du texte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rtlCol="0"/>
          <a:lstStyle>
            <a:lvl1pPr marL="0" indent="0" algn="ctr">
              <a:buNone/>
              <a:defRPr sz="1200"/>
            </a:lvl1pPr>
          </a:lstStyle>
          <a:p>
            <a:pPr lvl="0" rtl="0"/>
            <a:r>
              <a:rPr lang="fr" noProof="0"/>
              <a:t>Modifiez les styles du texte</a:t>
            </a:r>
          </a:p>
        </p:txBody>
      </p:sp>
      <p:sp>
        <p:nvSpPr>
          <p:cNvPr id="2" name="Titre 1">
            <a:extLst>
              <a:ext uri="{FF2B5EF4-FFF2-40B4-BE49-F238E27FC236}">
                <a16:creationId xmlns:a16="http://schemas.microsoft.com/office/drawing/2014/main" id="{ED7FDA4E-49F9-223C-DA55-A79802EE1883}"/>
              </a:ext>
            </a:extLst>
          </p:cNvPr>
          <p:cNvSpPr>
            <a:spLocks noGrp="1"/>
          </p:cNvSpPr>
          <p:nvPr>
            <p:ph type="title"/>
          </p:nvPr>
        </p:nvSpPr>
        <p:spPr/>
        <p:txBody>
          <a:bodyPr rtlCol="0"/>
          <a:lstStyle>
            <a:lvl1pPr>
              <a:defRPr>
                <a:solidFill>
                  <a:schemeClr val="tx1"/>
                </a:solidFill>
              </a:defRPr>
            </a:lvl1pPr>
          </a:lstStyle>
          <a:p>
            <a:pPr rtl="0"/>
            <a:r>
              <a:rPr lang="fr" noProof="0"/>
              <a:t>Modifiez le style du titre</a:t>
            </a:r>
          </a:p>
        </p:txBody>
      </p:sp>
    </p:spTree>
    <p:extLst>
      <p:ext uri="{BB962C8B-B14F-4D97-AF65-F5344CB8AC3E}">
        <p14:creationId xmlns:p14="http://schemas.microsoft.com/office/powerpoint/2010/main" val="20847885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Liste">
    <p:bg>
      <p:bgPr>
        <a:solidFill>
          <a:schemeClr val="accent4"/>
        </a:solidFill>
        <a:effectLst/>
      </p:bgPr>
    </p:bg>
    <p:spTree>
      <p:nvGrpSpPr>
        <p:cNvPr id="1" name=""/>
        <p:cNvGrpSpPr/>
        <p:nvPr/>
      </p:nvGrpSpPr>
      <p:grpSpPr>
        <a:xfrm>
          <a:off x="0" y="0"/>
          <a:ext cx="0" cy="0"/>
          <a:chOff x="0" y="0"/>
          <a:chExt cx="0" cy="0"/>
        </a:xfrm>
      </p:grpSpPr>
      <p:sp>
        <p:nvSpPr>
          <p:cNvPr id="7" name="Forme">
            <a:extLst>
              <a:ext uri="{FF2B5EF4-FFF2-40B4-BE49-F238E27FC236}">
                <a16:creationId xmlns:a16="http://schemas.microsoft.com/office/drawing/2014/main" id="{1A52F175-2E39-E9BE-B4DF-67098DB248AA}"/>
              </a:ext>
            </a:extLst>
          </p:cNvPr>
          <p:cNvSpPr/>
          <p:nvPr/>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Forme">
            <a:extLst>
              <a:ext uri="{FF2B5EF4-FFF2-40B4-BE49-F238E27FC236}">
                <a16:creationId xmlns:a16="http://schemas.microsoft.com/office/drawing/2014/main" id="{CE3B3000-733D-1995-D39A-E659E5A429CC}"/>
              </a:ext>
            </a:extLst>
          </p:cNvPr>
          <p:cNvSpPr/>
          <p:nvPr/>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Forme">
            <a:extLst>
              <a:ext uri="{FF2B5EF4-FFF2-40B4-BE49-F238E27FC236}">
                <a16:creationId xmlns:a16="http://schemas.microsoft.com/office/drawing/2014/main" id="{F1BC0AB2-17DA-D97E-3052-DA48D80F7428}"/>
              </a:ext>
            </a:extLst>
          </p:cNvPr>
          <p:cNvSpPr/>
          <p:nvPr/>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Forme">
            <a:extLst>
              <a:ext uri="{FF2B5EF4-FFF2-40B4-BE49-F238E27FC236}">
                <a16:creationId xmlns:a16="http://schemas.microsoft.com/office/drawing/2014/main" id="{C860490F-E3DB-3E9F-0AC6-F04949DC59C3}"/>
              </a:ext>
            </a:extLst>
          </p:cNvPr>
          <p:cNvSpPr/>
          <p:nvPr/>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Forme">
            <a:extLst>
              <a:ext uri="{FF2B5EF4-FFF2-40B4-BE49-F238E27FC236}">
                <a16:creationId xmlns:a16="http://schemas.microsoft.com/office/drawing/2014/main" id="{522E5778-EA03-EFC4-08AA-ECB1C07ED56E}"/>
              </a:ext>
            </a:extLst>
          </p:cNvPr>
          <p:cNvSpPr/>
          <p:nvPr/>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Forme">
            <a:extLst>
              <a:ext uri="{FF2B5EF4-FFF2-40B4-BE49-F238E27FC236}">
                <a16:creationId xmlns:a16="http://schemas.microsoft.com/office/drawing/2014/main" id="{EEA0BE49-92E1-A1A3-40E0-DDAA5511F637}"/>
              </a:ext>
            </a:extLst>
          </p:cNvPr>
          <p:cNvSpPr/>
          <p:nvPr/>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Forme">
            <a:extLst>
              <a:ext uri="{FF2B5EF4-FFF2-40B4-BE49-F238E27FC236}">
                <a16:creationId xmlns:a16="http://schemas.microsoft.com/office/drawing/2014/main" id="{DF15F1EC-1D2B-FF49-7785-26BC7083A07C}"/>
              </a:ext>
            </a:extLst>
          </p:cNvPr>
          <p:cNvSpPr/>
          <p:nvPr/>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Forme">
            <a:extLst>
              <a:ext uri="{FF2B5EF4-FFF2-40B4-BE49-F238E27FC236}">
                <a16:creationId xmlns:a16="http://schemas.microsoft.com/office/drawing/2014/main" id="{BE3FDD69-3D60-CF6B-97A3-7B2C1AE3100A}"/>
              </a:ext>
            </a:extLst>
          </p:cNvPr>
          <p:cNvSpPr/>
          <p:nvPr/>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Forme">
            <a:extLst>
              <a:ext uri="{FF2B5EF4-FFF2-40B4-BE49-F238E27FC236}">
                <a16:creationId xmlns:a16="http://schemas.microsoft.com/office/drawing/2014/main" id="{E3BB1E5B-DA10-B332-D4B8-D551C3053C53}"/>
              </a:ext>
            </a:extLst>
          </p:cNvPr>
          <p:cNvSpPr/>
          <p:nvPr/>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Forme">
            <a:extLst>
              <a:ext uri="{FF2B5EF4-FFF2-40B4-BE49-F238E27FC236}">
                <a16:creationId xmlns:a16="http://schemas.microsoft.com/office/drawing/2014/main" id="{8D887B7F-9EBA-E7B8-64CE-5EAB1DF08E19}"/>
              </a:ext>
            </a:extLst>
          </p:cNvPr>
          <p:cNvSpPr/>
          <p:nvPr/>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Forme">
            <a:extLst>
              <a:ext uri="{FF2B5EF4-FFF2-40B4-BE49-F238E27FC236}">
                <a16:creationId xmlns:a16="http://schemas.microsoft.com/office/drawing/2014/main" id="{5AC86C31-7E67-B4EC-1AE0-291ED77F2214}"/>
              </a:ext>
            </a:extLst>
          </p:cNvPr>
          <p:cNvSpPr/>
          <p:nvPr/>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Forme">
            <a:extLst>
              <a:ext uri="{FF2B5EF4-FFF2-40B4-BE49-F238E27FC236}">
                <a16:creationId xmlns:a16="http://schemas.microsoft.com/office/drawing/2014/main" id="{A7BF8E2B-5184-B584-D484-7D82C9DA6C41}"/>
              </a:ext>
            </a:extLst>
          </p:cNvPr>
          <p:cNvSpPr/>
          <p:nvPr/>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Forme">
            <a:extLst>
              <a:ext uri="{FF2B5EF4-FFF2-40B4-BE49-F238E27FC236}">
                <a16:creationId xmlns:a16="http://schemas.microsoft.com/office/drawing/2014/main" id="{9E808B73-94D7-57E7-3837-3DA718162E5B}"/>
              </a:ext>
            </a:extLst>
          </p:cNvPr>
          <p:cNvSpPr/>
          <p:nvPr/>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Forme">
            <a:extLst>
              <a:ext uri="{FF2B5EF4-FFF2-40B4-BE49-F238E27FC236}">
                <a16:creationId xmlns:a16="http://schemas.microsoft.com/office/drawing/2014/main" id="{F340E0DF-98FD-EA55-7B4B-8E58FC5CFCDA}"/>
              </a:ext>
            </a:extLst>
          </p:cNvPr>
          <p:cNvSpPr/>
          <p:nvPr/>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Forme">
            <a:extLst>
              <a:ext uri="{FF2B5EF4-FFF2-40B4-BE49-F238E27FC236}">
                <a16:creationId xmlns:a16="http://schemas.microsoft.com/office/drawing/2014/main" id="{1F52D7F5-AD34-C5B1-EEA2-F711AD3A8C3F}"/>
              </a:ext>
            </a:extLst>
          </p:cNvPr>
          <p:cNvSpPr/>
          <p:nvPr/>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Forme">
            <a:extLst>
              <a:ext uri="{FF2B5EF4-FFF2-40B4-BE49-F238E27FC236}">
                <a16:creationId xmlns:a16="http://schemas.microsoft.com/office/drawing/2014/main" id="{A4889AFC-C17E-6AF6-25D9-F977ACD04A9D}"/>
              </a:ext>
            </a:extLst>
          </p:cNvPr>
          <p:cNvSpPr/>
          <p:nvPr/>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Forme">
            <a:extLst>
              <a:ext uri="{FF2B5EF4-FFF2-40B4-BE49-F238E27FC236}">
                <a16:creationId xmlns:a16="http://schemas.microsoft.com/office/drawing/2014/main" id="{5E0F6889-9671-EA56-B88B-DBA6C149062C}"/>
              </a:ext>
            </a:extLst>
          </p:cNvPr>
          <p:cNvSpPr/>
          <p:nvPr/>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Forme">
            <a:extLst>
              <a:ext uri="{FF2B5EF4-FFF2-40B4-BE49-F238E27FC236}">
                <a16:creationId xmlns:a16="http://schemas.microsoft.com/office/drawing/2014/main" id="{44CB8F8B-1D14-EA9D-117E-79BB0DB776E9}"/>
              </a:ext>
            </a:extLst>
          </p:cNvPr>
          <p:cNvSpPr/>
          <p:nvPr/>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Forme">
            <a:extLst>
              <a:ext uri="{FF2B5EF4-FFF2-40B4-BE49-F238E27FC236}">
                <a16:creationId xmlns:a16="http://schemas.microsoft.com/office/drawing/2014/main" id="{9D8D9DEA-F6DA-EFDC-5DDF-946728969392}"/>
              </a:ext>
            </a:extLst>
          </p:cNvPr>
          <p:cNvSpPr/>
          <p:nvPr/>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Forme">
            <a:extLst>
              <a:ext uri="{FF2B5EF4-FFF2-40B4-BE49-F238E27FC236}">
                <a16:creationId xmlns:a16="http://schemas.microsoft.com/office/drawing/2014/main" id="{5B83F600-A2A8-FC3E-235C-F63589027CEC}"/>
              </a:ext>
            </a:extLst>
          </p:cNvPr>
          <p:cNvSpPr/>
          <p:nvPr/>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Espace réservé d’image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rtlCol="0" anchor="ctr"/>
          <a:lstStyle>
            <a:lvl1pPr marL="0" indent="0" algn="ctr">
              <a:buNone/>
              <a:defRPr sz="900"/>
            </a:lvl1pPr>
          </a:lstStyle>
          <a:p>
            <a:pPr rtl="0"/>
            <a:r>
              <a:rPr lang="fr" noProof="0"/>
              <a:t>Cliquez sur l’icône pour ajouter une image</a:t>
            </a:r>
          </a:p>
        </p:txBody>
      </p:sp>
      <p:sp>
        <p:nvSpPr>
          <p:cNvPr id="53" name="Espace réservé du texte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rtlCol="0"/>
          <a:lstStyle>
            <a:lvl1pPr marL="0" indent="0">
              <a:buNone/>
              <a:defRPr sz="2000">
                <a:latin typeface="+mj-lt"/>
              </a:defRPr>
            </a:lvl1pPr>
          </a:lstStyle>
          <a:p>
            <a:pPr lvl="0" rtl="0"/>
            <a:r>
              <a:rPr lang="fr" noProof="0"/>
              <a:t>Modifiez les styles du texte</a:t>
            </a:r>
          </a:p>
        </p:txBody>
      </p:sp>
      <p:sp>
        <p:nvSpPr>
          <p:cNvPr id="58" name="Espace réservé du texte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rtlCol="0"/>
          <a:lstStyle>
            <a:lvl1pPr marL="0" indent="0">
              <a:buNone/>
              <a:defRPr sz="1600">
                <a:latin typeface="+mn-lt"/>
              </a:defRPr>
            </a:lvl1pPr>
          </a:lstStyle>
          <a:p>
            <a:pPr lvl="0" rtl="0"/>
            <a:r>
              <a:rPr lang="fr" noProof="0"/>
              <a:t>Modifiez les styles du texte</a:t>
            </a:r>
          </a:p>
        </p:txBody>
      </p:sp>
      <p:sp>
        <p:nvSpPr>
          <p:cNvPr id="48" name="Espace réservé d’image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rtlCol="0" anchor="ctr"/>
          <a:lstStyle>
            <a:lvl1pPr marL="0" indent="0" algn="ctr">
              <a:buNone/>
              <a:defRPr sz="900"/>
            </a:lvl1pPr>
          </a:lstStyle>
          <a:p>
            <a:pPr rtl="0"/>
            <a:r>
              <a:rPr lang="fr" noProof="0"/>
              <a:t>Cliquez sur l’icône pour ajouter une image</a:t>
            </a:r>
          </a:p>
        </p:txBody>
      </p:sp>
      <p:sp>
        <p:nvSpPr>
          <p:cNvPr id="54" name="Espace réservé du texte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rtlCol="0"/>
          <a:lstStyle>
            <a:lvl1pPr marL="0" indent="0">
              <a:buNone/>
              <a:defRPr sz="2000">
                <a:latin typeface="+mj-lt"/>
              </a:defRPr>
            </a:lvl1pPr>
          </a:lstStyle>
          <a:p>
            <a:pPr lvl="0" rtl="0"/>
            <a:r>
              <a:rPr lang="fr" noProof="0"/>
              <a:t>Modifiez les styles du texte</a:t>
            </a:r>
          </a:p>
        </p:txBody>
      </p:sp>
      <p:sp>
        <p:nvSpPr>
          <p:cNvPr id="59" name="Espace réservé du texte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rtlCol="0"/>
          <a:lstStyle>
            <a:lvl1pPr marL="0" indent="0">
              <a:buNone/>
              <a:defRPr sz="1600">
                <a:latin typeface="+mn-lt"/>
              </a:defRPr>
            </a:lvl1pPr>
          </a:lstStyle>
          <a:p>
            <a:pPr lvl="0" rtl="0"/>
            <a:r>
              <a:rPr lang="fr" noProof="0"/>
              <a:t>Modifiez les styles du texte</a:t>
            </a:r>
          </a:p>
        </p:txBody>
      </p:sp>
      <p:sp>
        <p:nvSpPr>
          <p:cNvPr id="49" name="Espace réservé d’image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rtlCol="0" anchor="ctr"/>
          <a:lstStyle>
            <a:lvl1pPr marL="0" indent="0" algn="ctr">
              <a:buNone/>
              <a:defRPr sz="900"/>
            </a:lvl1pPr>
          </a:lstStyle>
          <a:p>
            <a:pPr rtl="0"/>
            <a:r>
              <a:rPr lang="fr" noProof="0"/>
              <a:t>Cliquez sur l’icône pour ajouter une image</a:t>
            </a:r>
          </a:p>
        </p:txBody>
      </p:sp>
      <p:sp>
        <p:nvSpPr>
          <p:cNvPr id="55" name="Espace réservé du texte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rtlCol="0"/>
          <a:lstStyle>
            <a:lvl1pPr marL="0" indent="0">
              <a:buNone/>
              <a:defRPr sz="2000">
                <a:latin typeface="+mj-lt"/>
              </a:defRPr>
            </a:lvl1pPr>
          </a:lstStyle>
          <a:p>
            <a:pPr lvl="0" rtl="0"/>
            <a:r>
              <a:rPr lang="fr" noProof="0"/>
              <a:t>Modifiez les styles du texte</a:t>
            </a:r>
          </a:p>
        </p:txBody>
      </p:sp>
      <p:sp>
        <p:nvSpPr>
          <p:cNvPr id="60" name="Espace réservé du texte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rtlCol="0"/>
          <a:lstStyle>
            <a:lvl1pPr marL="0" indent="0">
              <a:buNone/>
              <a:defRPr sz="1600">
                <a:latin typeface="+mn-lt"/>
              </a:defRPr>
            </a:lvl1pPr>
          </a:lstStyle>
          <a:p>
            <a:pPr lvl="0" rtl="0"/>
            <a:r>
              <a:rPr lang="fr" noProof="0"/>
              <a:t>Modifiez les styles du texte</a:t>
            </a:r>
          </a:p>
        </p:txBody>
      </p:sp>
      <p:sp>
        <p:nvSpPr>
          <p:cNvPr id="50" name="Espace réservé d’image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rtlCol="0" anchor="ctr"/>
          <a:lstStyle>
            <a:lvl1pPr marL="0" indent="0" algn="ctr">
              <a:buNone/>
              <a:defRPr sz="900"/>
            </a:lvl1pPr>
          </a:lstStyle>
          <a:p>
            <a:pPr rtl="0"/>
            <a:r>
              <a:rPr lang="fr" noProof="0"/>
              <a:t>Cliquez sur l’icône pour ajouter une image</a:t>
            </a:r>
          </a:p>
        </p:txBody>
      </p:sp>
      <p:sp>
        <p:nvSpPr>
          <p:cNvPr id="56" name="Espace réservé du texte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rtlCol="0"/>
          <a:lstStyle>
            <a:lvl1pPr marL="0" indent="0">
              <a:buNone/>
              <a:defRPr sz="2000">
                <a:latin typeface="+mj-lt"/>
              </a:defRPr>
            </a:lvl1pPr>
          </a:lstStyle>
          <a:p>
            <a:pPr lvl="0" rtl="0"/>
            <a:r>
              <a:rPr lang="fr" noProof="0"/>
              <a:t>Modifiez les styles du texte</a:t>
            </a:r>
          </a:p>
        </p:txBody>
      </p:sp>
      <p:sp>
        <p:nvSpPr>
          <p:cNvPr id="61" name="Espace réservé du texte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rtlCol="0"/>
          <a:lstStyle>
            <a:lvl1pPr marL="0" indent="0">
              <a:buNone/>
              <a:defRPr sz="1600">
                <a:latin typeface="+mn-lt"/>
              </a:defRPr>
            </a:lvl1pPr>
          </a:lstStyle>
          <a:p>
            <a:pPr lvl="0" rtl="0"/>
            <a:r>
              <a:rPr lang="fr" noProof="0"/>
              <a:t>Modifiez les styles du texte</a:t>
            </a:r>
          </a:p>
        </p:txBody>
      </p:sp>
      <p:sp>
        <p:nvSpPr>
          <p:cNvPr id="51" name="Espace réservé d’image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rtlCol="0" anchor="ctr"/>
          <a:lstStyle>
            <a:lvl1pPr marL="0" indent="0" algn="ctr">
              <a:buNone/>
              <a:defRPr sz="900"/>
            </a:lvl1pPr>
          </a:lstStyle>
          <a:p>
            <a:pPr rtl="0"/>
            <a:r>
              <a:rPr lang="fr" noProof="0"/>
              <a:t>Cliquez sur l’icône pour ajouter une image</a:t>
            </a:r>
          </a:p>
        </p:txBody>
      </p:sp>
      <p:sp>
        <p:nvSpPr>
          <p:cNvPr id="57" name="Espace réservé du texte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rtlCol="0"/>
          <a:lstStyle>
            <a:lvl1pPr marL="0" indent="0">
              <a:buNone/>
              <a:defRPr sz="2000">
                <a:latin typeface="+mj-lt"/>
              </a:defRPr>
            </a:lvl1pPr>
          </a:lstStyle>
          <a:p>
            <a:pPr lvl="0" rtl="0"/>
            <a:r>
              <a:rPr lang="fr" noProof="0"/>
              <a:t>Modifiez les styles du texte</a:t>
            </a:r>
          </a:p>
        </p:txBody>
      </p:sp>
      <p:sp>
        <p:nvSpPr>
          <p:cNvPr id="62" name="Espace réservé du texte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rtlCol="0"/>
          <a:lstStyle>
            <a:lvl1pPr marL="0" indent="0">
              <a:buNone/>
              <a:defRPr sz="1600">
                <a:latin typeface="+mn-lt"/>
              </a:defRPr>
            </a:lvl1pPr>
          </a:lstStyle>
          <a:p>
            <a:pPr lvl="0" rtl="0"/>
            <a:r>
              <a:rPr lang="fr" noProof="0"/>
              <a:t>Modifiez les styles du texte</a:t>
            </a:r>
          </a:p>
        </p:txBody>
      </p:sp>
      <p:sp>
        <p:nvSpPr>
          <p:cNvPr id="2" name="Titr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rtlCol="0" anchor="ctr"/>
          <a:lstStyle>
            <a:lvl1pPr algn="l">
              <a:defRPr/>
            </a:lvl1pPr>
          </a:lstStyle>
          <a:p>
            <a:pPr rtl="0"/>
            <a:r>
              <a:rPr lang="fr" noProof="0"/>
              <a:t>Modifiez le style du titre</a:t>
            </a:r>
          </a:p>
        </p:txBody>
      </p:sp>
    </p:spTree>
    <p:extLst>
      <p:ext uri="{BB962C8B-B14F-4D97-AF65-F5344CB8AC3E}">
        <p14:creationId xmlns:p14="http://schemas.microsoft.com/office/powerpoint/2010/main" val="38094647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Chronologie">
    <p:bg>
      <p:bgPr>
        <a:solidFill>
          <a:schemeClr val="accent3"/>
        </a:solidFill>
        <a:effectLst/>
      </p:bgPr>
    </p:bg>
    <p:spTree>
      <p:nvGrpSpPr>
        <p:cNvPr id="1" name=""/>
        <p:cNvGrpSpPr/>
        <p:nvPr/>
      </p:nvGrpSpPr>
      <p:grpSpPr>
        <a:xfrm>
          <a:off x="0" y="0"/>
          <a:ext cx="0" cy="0"/>
          <a:chOff x="0" y="0"/>
          <a:chExt cx="0" cy="0"/>
        </a:xfrm>
      </p:grpSpPr>
      <p:sp>
        <p:nvSpPr>
          <p:cNvPr id="8" name="Forme">
            <a:extLst>
              <a:ext uri="{FF2B5EF4-FFF2-40B4-BE49-F238E27FC236}">
                <a16:creationId xmlns:a16="http://schemas.microsoft.com/office/drawing/2014/main" id="{5240ABBF-9F6E-51C2-3600-798F3A8C4868}"/>
              </a:ext>
            </a:extLst>
          </p:cNvPr>
          <p:cNvSpPr/>
          <p:nvPr/>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Forme">
            <a:extLst>
              <a:ext uri="{FF2B5EF4-FFF2-40B4-BE49-F238E27FC236}">
                <a16:creationId xmlns:a16="http://schemas.microsoft.com/office/drawing/2014/main" id="{724FD7F3-2232-7463-6613-3EF2344BD063}"/>
              </a:ext>
            </a:extLst>
          </p:cNvPr>
          <p:cNvSpPr/>
          <p:nvPr/>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Forme">
            <a:extLst>
              <a:ext uri="{FF2B5EF4-FFF2-40B4-BE49-F238E27FC236}">
                <a16:creationId xmlns:a16="http://schemas.microsoft.com/office/drawing/2014/main" id="{234E24BE-6EC9-C62B-1B5F-EBE5C279EF38}"/>
              </a:ext>
            </a:extLst>
          </p:cNvPr>
          <p:cNvSpPr/>
          <p:nvPr/>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Forme">
            <a:extLst>
              <a:ext uri="{FF2B5EF4-FFF2-40B4-BE49-F238E27FC236}">
                <a16:creationId xmlns:a16="http://schemas.microsoft.com/office/drawing/2014/main" id="{F4987345-5BC3-6B09-35D1-118625B93B26}"/>
              </a:ext>
            </a:extLst>
          </p:cNvPr>
          <p:cNvSpPr/>
          <p:nvPr/>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Forme">
            <a:extLst>
              <a:ext uri="{FF2B5EF4-FFF2-40B4-BE49-F238E27FC236}">
                <a16:creationId xmlns:a16="http://schemas.microsoft.com/office/drawing/2014/main" id="{D24F97D8-E25C-583D-72FF-A9AD2A77A71F}"/>
              </a:ext>
            </a:extLst>
          </p:cNvPr>
          <p:cNvSpPr/>
          <p:nvPr/>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6" name="Espace réservé du texte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rtlCol="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rtl="0"/>
            <a:r>
              <a:rPr lang="fr" noProof="0"/>
              <a:t>Modifiez les styles du texte</a:t>
            </a:r>
          </a:p>
          <a:p>
            <a:pPr lvl="1" rtl="0"/>
            <a:r>
              <a:rPr lang="fr" noProof="0"/>
              <a:t>Deuxième niveau</a:t>
            </a:r>
          </a:p>
        </p:txBody>
      </p:sp>
      <p:sp>
        <p:nvSpPr>
          <p:cNvPr id="40" name="Espace réservé du texte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rtlCol="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rtl="0"/>
            <a:r>
              <a:rPr lang="fr" noProof="0"/>
              <a:t>Modifiez les styles du texte</a:t>
            </a:r>
          </a:p>
          <a:p>
            <a:pPr lvl="1" rtl="0"/>
            <a:r>
              <a:rPr lang="fr" noProof="0"/>
              <a:t>Deuxième niveau</a:t>
            </a:r>
          </a:p>
        </p:txBody>
      </p:sp>
      <p:sp>
        <p:nvSpPr>
          <p:cNvPr id="43" name="Espace réservé du texte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rtlCol="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rtl="0"/>
            <a:r>
              <a:rPr lang="fr" noProof="0"/>
              <a:t>Modifiez les styles du texte</a:t>
            </a:r>
          </a:p>
          <a:p>
            <a:pPr lvl="1" rtl="0"/>
            <a:r>
              <a:rPr lang="fr" noProof="0"/>
              <a:t>Deuxième niveau</a:t>
            </a:r>
          </a:p>
        </p:txBody>
      </p:sp>
      <p:sp>
        <p:nvSpPr>
          <p:cNvPr id="39" name="Espace réservé du texte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rtlCol="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rtl="0"/>
            <a:r>
              <a:rPr lang="fr" noProof="0"/>
              <a:t>Modifiez les styles du texte</a:t>
            </a:r>
          </a:p>
          <a:p>
            <a:pPr lvl="1" rtl="0"/>
            <a:r>
              <a:rPr lang="fr" noProof="0"/>
              <a:t>Deuxième niveau</a:t>
            </a:r>
          </a:p>
        </p:txBody>
      </p:sp>
      <p:sp>
        <p:nvSpPr>
          <p:cNvPr id="41" name="Espace réservé du texte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rtlCol="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rtl="0"/>
            <a:r>
              <a:rPr lang="fr" noProof="0"/>
              <a:t>Modifiez les styles du texte</a:t>
            </a:r>
          </a:p>
          <a:p>
            <a:pPr lvl="1" rtl="0"/>
            <a:r>
              <a:rPr lang="fr" noProof="0"/>
              <a:t>Deuxième niveau</a:t>
            </a:r>
          </a:p>
        </p:txBody>
      </p:sp>
      <p:sp>
        <p:nvSpPr>
          <p:cNvPr id="2" name="Titre 1">
            <a:extLst>
              <a:ext uri="{FF2B5EF4-FFF2-40B4-BE49-F238E27FC236}">
                <a16:creationId xmlns:a16="http://schemas.microsoft.com/office/drawing/2014/main" id="{BF01426A-0740-2EB9-FC34-9C043459357E}"/>
              </a:ext>
            </a:extLst>
          </p:cNvPr>
          <p:cNvSpPr>
            <a:spLocks noGrp="1"/>
          </p:cNvSpPr>
          <p:nvPr>
            <p:ph type="title"/>
          </p:nvPr>
        </p:nvSpPr>
        <p:spPr/>
        <p:txBody>
          <a:bodyPr rtlCol="0"/>
          <a:lstStyle>
            <a:lvl1pPr>
              <a:defRPr>
                <a:solidFill>
                  <a:schemeClr val="bg1"/>
                </a:solidFill>
              </a:defRPr>
            </a:lvl1pPr>
          </a:lstStyle>
          <a:p>
            <a:pPr rtl="0"/>
            <a:r>
              <a:rPr lang="fr" noProof="0"/>
              <a:t>Modifiez le style du titre</a:t>
            </a:r>
          </a:p>
        </p:txBody>
      </p:sp>
    </p:spTree>
    <p:extLst>
      <p:ext uri="{BB962C8B-B14F-4D97-AF65-F5344CB8AC3E}">
        <p14:creationId xmlns:p14="http://schemas.microsoft.com/office/powerpoint/2010/main" val="352697184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isposition du contenu deux">
    <p:bg>
      <p:bgPr>
        <a:solidFill>
          <a:schemeClr val="accent4"/>
        </a:solidFill>
        <a:effectLst/>
      </p:bgPr>
    </p:bg>
    <p:spTree>
      <p:nvGrpSpPr>
        <p:cNvPr id="1" name=""/>
        <p:cNvGrpSpPr/>
        <p:nvPr/>
      </p:nvGrpSpPr>
      <p:grpSpPr>
        <a:xfrm>
          <a:off x="0" y="0"/>
          <a:ext cx="0" cy="0"/>
          <a:chOff x="0" y="0"/>
          <a:chExt cx="0" cy="0"/>
        </a:xfrm>
      </p:grpSpPr>
      <p:sp>
        <p:nvSpPr>
          <p:cNvPr id="7" name="Forme">
            <a:extLst>
              <a:ext uri="{FF2B5EF4-FFF2-40B4-BE49-F238E27FC236}">
                <a16:creationId xmlns:a16="http://schemas.microsoft.com/office/drawing/2014/main" id="{D76333E0-FAE0-3B63-28EE-BA834131593C}"/>
              </a:ext>
            </a:extLst>
          </p:cNvPr>
          <p:cNvSpPr/>
          <p:nvPr/>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Forme">
            <a:extLst>
              <a:ext uri="{FF2B5EF4-FFF2-40B4-BE49-F238E27FC236}">
                <a16:creationId xmlns:a16="http://schemas.microsoft.com/office/drawing/2014/main" id="{B21F23CA-8996-2ED3-865E-9CBB7B3DEF01}"/>
              </a:ext>
            </a:extLst>
          </p:cNvPr>
          <p:cNvSpPr/>
          <p:nvPr/>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Espace réservé du texte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1"/>
          </a:solidFill>
          <a:ln w="25400">
            <a:solidFill>
              <a:schemeClr val="dk1"/>
            </a:solidFill>
          </a:ln>
        </p:spPr>
        <p:txBody>
          <a:bodyPr lIns="320040" tIns="502920" rtlCol="0"/>
          <a:lstStyle>
            <a:lvl1pPr marL="0" indent="0" algn="l">
              <a:buFont typeface="Arial" panose="020B0604020202020204" pitchFamily="34" charset="0"/>
              <a:buNone/>
              <a:defRPr sz="2000">
                <a:latin typeface="+mj-lt"/>
              </a:defRPr>
            </a:lvl1pPr>
          </a:lstStyle>
          <a:p>
            <a:pPr lvl="0" rtl="0"/>
            <a:r>
              <a:rPr lang="fr" noProof="0"/>
              <a:t>Modifiez les styles du texte</a:t>
            </a:r>
          </a:p>
        </p:txBody>
      </p:sp>
      <p:sp>
        <p:nvSpPr>
          <p:cNvPr id="21" name="Espace réservé du contenu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rtlCol="0"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rtl="0"/>
            <a:r>
              <a:rPr lang="fr" noProof="0"/>
              <a:t>Modifiez les styles du texte</a:t>
            </a:r>
          </a:p>
          <a:p>
            <a:pPr lvl="1" rtl="0"/>
            <a:r>
              <a:rPr lang="fr" noProof="0"/>
              <a:t>Deuxième niveau</a:t>
            </a:r>
          </a:p>
          <a:p>
            <a:pPr lvl="2" rtl="0"/>
            <a:r>
              <a:rPr lang="fr" noProof="0"/>
              <a:t>Troisième niveau</a:t>
            </a:r>
          </a:p>
          <a:p>
            <a:pPr lvl="3" rtl="0"/>
            <a:r>
              <a:rPr lang="fr" noProof="0"/>
              <a:t>Quatrième niveau</a:t>
            </a:r>
          </a:p>
        </p:txBody>
      </p:sp>
      <p:sp>
        <p:nvSpPr>
          <p:cNvPr id="20" name="Espace réservé du texte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1"/>
          </a:solidFill>
          <a:ln w="25400">
            <a:solidFill>
              <a:schemeClr val="dk1"/>
            </a:solidFill>
          </a:ln>
        </p:spPr>
        <p:txBody>
          <a:bodyPr lIns="320040" tIns="502920" rtlCol="0"/>
          <a:lstStyle>
            <a:lvl1pPr marL="0" indent="0" algn="l">
              <a:buFont typeface="Arial" panose="020B0604020202020204" pitchFamily="34" charset="0"/>
              <a:buNone/>
              <a:defRPr sz="2000">
                <a:latin typeface="+mj-lt"/>
              </a:defRPr>
            </a:lvl1pPr>
          </a:lstStyle>
          <a:p>
            <a:pPr lvl="0" rtl="0"/>
            <a:r>
              <a:rPr lang="fr" noProof="0"/>
              <a:t>Modifiez les styles du texte</a:t>
            </a:r>
          </a:p>
        </p:txBody>
      </p:sp>
      <p:sp>
        <p:nvSpPr>
          <p:cNvPr id="23" name="Espace réservé du contenu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rtlCol="0"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rtl="0"/>
            <a:r>
              <a:rPr lang="fr" noProof="0"/>
              <a:t>Modifiez les styles du texte</a:t>
            </a:r>
          </a:p>
          <a:p>
            <a:pPr lvl="1" rtl="0"/>
            <a:r>
              <a:rPr lang="fr" noProof="0"/>
              <a:t>Deuxième niveau</a:t>
            </a:r>
          </a:p>
          <a:p>
            <a:pPr lvl="2" rtl="0"/>
            <a:r>
              <a:rPr lang="fr" noProof="0"/>
              <a:t>Troisième niveau</a:t>
            </a:r>
          </a:p>
          <a:p>
            <a:pPr lvl="3" rtl="0"/>
            <a:r>
              <a:rPr lang="fr" noProof="0"/>
              <a:t>Quatrième niveau</a:t>
            </a:r>
          </a:p>
        </p:txBody>
      </p:sp>
      <p:sp>
        <p:nvSpPr>
          <p:cNvPr id="3" name="Espace réservé de la date 3">
            <a:extLst>
              <a:ext uri="{FF2B5EF4-FFF2-40B4-BE49-F238E27FC236}">
                <a16:creationId xmlns:a16="http://schemas.microsoft.com/office/drawing/2014/main" id="{9DA50BB5-0CDF-8326-B539-116EEDE9A821}"/>
              </a:ext>
            </a:extLst>
          </p:cNvPr>
          <p:cNvSpPr>
            <a:spLocks noGrp="1"/>
          </p:cNvSpPr>
          <p:nvPr>
            <p:ph type="dt" sz="half" idx="21"/>
          </p:nvPr>
        </p:nvSpPr>
        <p:spPr>
          <a:xfrm>
            <a:off x="612647" y="6453002"/>
            <a:ext cx="3494314" cy="365125"/>
          </a:xfrm>
          <a:prstGeom prst="rect">
            <a:avLst/>
          </a:prstGeom>
        </p:spPr>
        <p:txBody>
          <a:bodyPr rtlCol="0"/>
          <a:lstStyle>
            <a:lvl1pPr>
              <a:defRPr sz="1200"/>
            </a:lvl1pPr>
          </a:lstStyle>
          <a:p>
            <a:pPr rtl="0"/>
            <a:endParaRPr lang="en-US"/>
          </a:p>
        </p:txBody>
      </p:sp>
      <p:sp>
        <p:nvSpPr>
          <p:cNvPr id="6" name="Espace réservé du pied de page 4">
            <a:extLst>
              <a:ext uri="{FF2B5EF4-FFF2-40B4-BE49-F238E27FC236}">
                <a16:creationId xmlns:a16="http://schemas.microsoft.com/office/drawing/2014/main" id="{0ED2B6BE-7306-4450-4F60-585913F449E7}"/>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8" name="Espace réservé du numéro de diapositive 5">
            <a:extLst>
              <a:ext uri="{FF2B5EF4-FFF2-40B4-BE49-F238E27FC236}">
                <a16:creationId xmlns:a16="http://schemas.microsoft.com/office/drawing/2014/main" id="{FE738144-732E-DED6-70A4-61C7A10E3A64}"/>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2" name="Titre 1">
            <a:extLst>
              <a:ext uri="{FF2B5EF4-FFF2-40B4-BE49-F238E27FC236}">
                <a16:creationId xmlns:a16="http://schemas.microsoft.com/office/drawing/2014/main" id="{394CB1F4-E4E2-E27F-87D0-6DFE6637592C}"/>
              </a:ext>
            </a:extLst>
          </p:cNvPr>
          <p:cNvSpPr>
            <a:spLocks noGrp="1"/>
          </p:cNvSpPr>
          <p:nvPr>
            <p:ph type="title"/>
          </p:nvPr>
        </p:nvSpPr>
        <p:spPr/>
        <p:txBody>
          <a:bodyPr rtlCol="0"/>
          <a:lstStyle/>
          <a:p>
            <a:pPr rtl="0"/>
            <a:r>
              <a:rPr lang="fr" noProof="0"/>
              <a:t>Modifiez le style du titre</a:t>
            </a:r>
          </a:p>
        </p:txBody>
      </p:sp>
    </p:spTree>
    <p:extLst>
      <p:ext uri="{BB962C8B-B14F-4D97-AF65-F5344CB8AC3E}">
        <p14:creationId xmlns:p14="http://schemas.microsoft.com/office/powerpoint/2010/main" val="32077979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isposition du contenu trois">
    <p:bg>
      <p:bgPr>
        <a:solidFill>
          <a:schemeClr val="accent4"/>
        </a:solidFill>
        <a:effectLst/>
      </p:bgPr>
    </p:bg>
    <p:spTree>
      <p:nvGrpSpPr>
        <p:cNvPr id="1" name=""/>
        <p:cNvGrpSpPr/>
        <p:nvPr/>
      </p:nvGrpSpPr>
      <p:grpSpPr>
        <a:xfrm>
          <a:off x="0" y="0"/>
          <a:ext cx="0" cy="0"/>
          <a:chOff x="0" y="0"/>
          <a:chExt cx="0" cy="0"/>
        </a:xfrm>
      </p:grpSpPr>
      <p:sp>
        <p:nvSpPr>
          <p:cNvPr id="7" name="Forme">
            <a:extLst>
              <a:ext uri="{FF2B5EF4-FFF2-40B4-BE49-F238E27FC236}">
                <a16:creationId xmlns:a16="http://schemas.microsoft.com/office/drawing/2014/main" id="{D76333E0-FAE0-3B63-28EE-BA834131593C}"/>
              </a:ext>
            </a:extLst>
          </p:cNvPr>
          <p:cNvSpPr/>
          <p:nvPr/>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Forme">
            <a:extLst>
              <a:ext uri="{FF2B5EF4-FFF2-40B4-BE49-F238E27FC236}">
                <a16:creationId xmlns:a16="http://schemas.microsoft.com/office/drawing/2014/main" id="{1BF10461-2A6D-BD12-B1D7-5A73DDD367A8}"/>
              </a:ext>
            </a:extLst>
          </p:cNvPr>
          <p:cNvSpPr/>
          <p:nvPr/>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Forme">
            <a:extLst>
              <a:ext uri="{FF2B5EF4-FFF2-40B4-BE49-F238E27FC236}">
                <a16:creationId xmlns:a16="http://schemas.microsoft.com/office/drawing/2014/main" id="{B21F23CA-8996-2ED3-865E-9CBB7B3DEF01}"/>
              </a:ext>
            </a:extLst>
          </p:cNvPr>
          <p:cNvSpPr/>
          <p:nvPr/>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 name="Espace réservé de la date 3">
            <a:extLst>
              <a:ext uri="{FF2B5EF4-FFF2-40B4-BE49-F238E27FC236}">
                <a16:creationId xmlns:a16="http://schemas.microsoft.com/office/drawing/2014/main" id="{48D80B0B-C3CA-649C-CED8-1D2B3319B519}"/>
              </a:ext>
            </a:extLst>
          </p:cNvPr>
          <p:cNvSpPr>
            <a:spLocks noGrp="1"/>
          </p:cNvSpPr>
          <p:nvPr>
            <p:ph type="dt" sz="half" idx="21"/>
          </p:nvPr>
        </p:nvSpPr>
        <p:spPr>
          <a:xfrm>
            <a:off x="612647" y="6453002"/>
            <a:ext cx="3494314" cy="365125"/>
          </a:xfrm>
          <a:prstGeom prst="rect">
            <a:avLst/>
          </a:prstGeom>
        </p:spPr>
        <p:txBody>
          <a:bodyPr rtlCol="0"/>
          <a:lstStyle>
            <a:lvl1pPr>
              <a:defRPr sz="1200"/>
            </a:lvl1pPr>
          </a:lstStyle>
          <a:p>
            <a:pPr rtl="0"/>
            <a:endParaRPr lang="en-US"/>
          </a:p>
        </p:txBody>
      </p:sp>
      <p:sp>
        <p:nvSpPr>
          <p:cNvPr id="6" name="Espace réservé du pied de page 4">
            <a:extLst>
              <a:ext uri="{FF2B5EF4-FFF2-40B4-BE49-F238E27FC236}">
                <a16:creationId xmlns:a16="http://schemas.microsoft.com/office/drawing/2014/main" id="{AB028C86-DA98-C5EF-E7CB-3821E07C197F}"/>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8" name="Espace réservé du numéro de diapositive 5">
            <a:extLst>
              <a:ext uri="{FF2B5EF4-FFF2-40B4-BE49-F238E27FC236}">
                <a16:creationId xmlns:a16="http://schemas.microsoft.com/office/drawing/2014/main" id="{0374C076-46DF-FAD4-EF64-7DD74A58A64A}"/>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
        <p:nvSpPr>
          <p:cNvPr id="18" name="Espace réservé du texte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1"/>
          </a:solidFill>
          <a:ln w="25400">
            <a:solidFill>
              <a:schemeClr val="dk1"/>
            </a:solidFill>
          </a:ln>
        </p:spPr>
        <p:txBody>
          <a:bodyPr lIns="320040" tIns="502920" rtlCol="0"/>
          <a:lstStyle>
            <a:lvl1pPr marL="0" indent="0" algn="l">
              <a:buFont typeface="Arial" panose="020B0604020202020204" pitchFamily="34" charset="0"/>
              <a:buNone/>
              <a:defRPr sz="2000">
                <a:latin typeface="+mj-lt"/>
              </a:defRPr>
            </a:lvl1pPr>
          </a:lstStyle>
          <a:p>
            <a:pPr lvl="0" rtl="0"/>
            <a:r>
              <a:rPr lang="fr" noProof="0"/>
              <a:t>Modifiez les styles du texte</a:t>
            </a:r>
          </a:p>
        </p:txBody>
      </p:sp>
      <p:sp>
        <p:nvSpPr>
          <p:cNvPr id="19" name="Espace réservé du texte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1"/>
          </a:solidFill>
          <a:ln w="25400">
            <a:solidFill>
              <a:schemeClr val="dk1"/>
            </a:solidFill>
          </a:ln>
        </p:spPr>
        <p:txBody>
          <a:bodyPr lIns="320040" tIns="502920" rtlCol="0"/>
          <a:lstStyle>
            <a:lvl1pPr marL="0" indent="0" algn="l">
              <a:buFont typeface="Arial" panose="020B0604020202020204" pitchFamily="34" charset="0"/>
              <a:buNone/>
              <a:defRPr sz="2000">
                <a:latin typeface="+mj-lt"/>
              </a:defRPr>
            </a:lvl1pPr>
          </a:lstStyle>
          <a:p>
            <a:pPr lvl="0" rtl="0"/>
            <a:r>
              <a:rPr lang="fr" noProof="0"/>
              <a:t>Modifiez les styles du texte</a:t>
            </a:r>
          </a:p>
        </p:txBody>
      </p:sp>
      <p:sp>
        <p:nvSpPr>
          <p:cNvPr id="20" name="Espace réservé du texte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1"/>
          </a:solidFill>
          <a:ln w="25400">
            <a:solidFill>
              <a:schemeClr val="dk1"/>
            </a:solidFill>
          </a:ln>
        </p:spPr>
        <p:txBody>
          <a:bodyPr lIns="320040" tIns="502920" rtlCol="0"/>
          <a:lstStyle>
            <a:lvl1pPr marL="0" indent="0" algn="l">
              <a:buFont typeface="Arial" panose="020B0604020202020204" pitchFamily="34" charset="0"/>
              <a:buNone/>
              <a:defRPr sz="2000">
                <a:latin typeface="+mj-lt"/>
              </a:defRPr>
            </a:lvl1pPr>
          </a:lstStyle>
          <a:p>
            <a:pPr lvl="0" rtl="0"/>
            <a:r>
              <a:rPr lang="fr" noProof="0"/>
              <a:t>Modifiez les styles du texte</a:t>
            </a:r>
          </a:p>
        </p:txBody>
      </p:sp>
      <p:sp>
        <p:nvSpPr>
          <p:cNvPr id="21" name="Espace réservé du contenu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rtlCol="0"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rtl="0"/>
            <a:r>
              <a:rPr lang="fr" noProof="0"/>
              <a:t>Modifiez les styles du texte</a:t>
            </a:r>
          </a:p>
          <a:p>
            <a:pPr lvl="1" rtl="0"/>
            <a:r>
              <a:rPr lang="fr" noProof="0"/>
              <a:t>Deuxième niveau</a:t>
            </a:r>
          </a:p>
          <a:p>
            <a:pPr lvl="2" rtl="0"/>
            <a:r>
              <a:rPr lang="fr" noProof="0"/>
              <a:t>Troisième niveau</a:t>
            </a:r>
          </a:p>
          <a:p>
            <a:pPr lvl="3" rtl="0"/>
            <a:r>
              <a:rPr lang="fr" noProof="0"/>
              <a:t>Quatrième niveau</a:t>
            </a:r>
          </a:p>
        </p:txBody>
      </p:sp>
      <p:sp>
        <p:nvSpPr>
          <p:cNvPr id="23" name="Espace réservé du contenu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rtlCol="0"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rtl="0"/>
            <a:r>
              <a:rPr lang="fr" noProof="0"/>
              <a:t>Modifiez les styles du texte</a:t>
            </a:r>
          </a:p>
          <a:p>
            <a:pPr lvl="1" rtl="0"/>
            <a:r>
              <a:rPr lang="fr" noProof="0"/>
              <a:t>Deuxième niveau</a:t>
            </a:r>
          </a:p>
          <a:p>
            <a:pPr lvl="2" rtl="0"/>
            <a:r>
              <a:rPr lang="fr" noProof="0"/>
              <a:t>Troisième niveau</a:t>
            </a:r>
          </a:p>
          <a:p>
            <a:pPr lvl="3" rtl="0"/>
            <a:r>
              <a:rPr lang="fr" noProof="0"/>
              <a:t>Quatrième niveau</a:t>
            </a:r>
          </a:p>
        </p:txBody>
      </p:sp>
      <p:sp>
        <p:nvSpPr>
          <p:cNvPr id="22" name="Espace réservé du contenu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rtlCol="0"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rtl="0"/>
            <a:r>
              <a:rPr lang="fr" noProof="0"/>
              <a:t>Modifiez les styles du texte</a:t>
            </a:r>
          </a:p>
          <a:p>
            <a:pPr lvl="1" rtl="0"/>
            <a:r>
              <a:rPr lang="fr" noProof="0"/>
              <a:t>Deuxième niveau</a:t>
            </a:r>
          </a:p>
          <a:p>
            <a:pPr lvl="2" rtl="0"/>
            <a:r>
              <a:rPr lang="fr" noProof="0"/>
              <a:t>Troisième niveau</a:t>
            </a:r>
          </a:p>
          <a:p>
            <a:pPr lvl="3" rtl="0"/>
            <a:r>
              <a:rPr lang="fr" noProof="0"/>
              <a:t>Quatrième niveau</a:t>
            </a:r>
          </a:p>
        </p:txBody>
      </p:sp>
      <p:sp>
        <p:nvSpPr>
          <p:cNvPr id="2" name="Titre 1">
            <a:extLst>
              <a:ext uri="{FF2B5EF4-FFF2-40B4-BE49-F238E27FC236}">
                <a16:creationId xmlns:a16="http://schemas.microsoft.com/office/drawing/2014/main" id="{394CB1F4-E4E2-E27F-87D0-6DFE6637592C}"/>
              </a:ext>
            </a:extLst>
          </p:cNvPr>
          <p:cNvSpPr>
            <a:spLocks noGrp="1"/>
          </p:cNvSpPr>
          <p:nvPr>
            <p:ph type="title"/>
          </p:nvPr>
        </p:nvSpPr>
        <p:spPr/>
        <p:txBody>
          <a:bodyPr rtlCol="0"/>
          <a:lstStyle/>
          <a:p>
            <a:pPr rtl="0"/>
            <a:r>
              <a:rPr lang="fr" noProof="0"/>
              <a:t>Modifiez le style du titre</a:t>
            </a:r>
          </a:p>
        </p:txBody>
      </p:sp>
    </p:spTree>
    <p:extLst>
      <p:ext uri="{BB962C8B-B14F-4D97-AF65-F5344CB8AC3E}">
        <p14:creationId xmlns:p14="http://schemas.microsoft.com/office/powerpoint/2010/main" val="27229827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Disposition de la photo alignée à gauche">
    <p:bg>
      <p:bgPr>
        <a:solidFill>
          <a:schemeClr val="accent2"/>
        </a:solidFill>
        <a:effectLst/>
      </p:bgPr>
    </p:bg>
    <p:spTree>
      <p:nvGrpSpPr>
        <p:cNvPr id="1" name=""/>
        <p:cNvGrpSpPr/>
        <p:nvPr/>
      </p:nvGrpSpPr>
      <p:grpSpPr>
        <a:xfrm>
          <a:off x="0" y="0"/>
          <a:ext cx="0" cy="0"/>
          <a:chOff x="0" y="0"/>
          <a:chExt cx="0" cy="0"/>
        </a:xfrm>
      </p:grpSpPr>
      <p:sp>
        <p:nvSpPr>
          <p:cNvPr id="7" name="Forme">
            <a:extLst>
              <a:ext uri="{FF2B5EF4-FFF2-40B4-BE49-F238E27FC236}">
                <a16:creationId xmlns:a16="http://schemas.microsoft.com/office/drawing/2014/main" id="{E7EB222B-6CF5-9486-E495-4BBCFBA5DEE9}"/>
              </a:ext>
            </a:extLst>
          </p:cNvPr>
          <p:cNvSpPr/>
          <p:nvPr/>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Forme">
            <a:extLst>
              <a:ext uri="{FF2B5EF4-FFF2-40B4-BE49-F238E27FC236}">
                <a16:creationId xmlns:a16="http://schemas.microsoft.com/office/drawing/2014/main" id="{1FEBC754-F0A8-F9F6-F804-7081E078D8F5}"/>
              </a:ext>
            </a:extLst>
          </p:cNvPr>
          <p:cNvSpPr/>
          <p:nvPr/>
        </p:nvSpPr>
        <p:spPr>
          <a:xfrm>
            <a:off x="5196524" y="838200"/>
            <a:ext cx="6114430" cy="4914901"/>
          </a:xfrm>
          <a:prstGeom prst="rect">
            <a:avLst/>
          </a:prstGeom>
          <a:solidFill>
            <a:schemeClr val="accent1"/>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9" name="Espace réservé d’image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blipFill>
            <a:blip r:embed="rId2">
              <a:alphaModFix amt="70000"/>
            </a:blip>
            <a:stretch>
              <a:fillRect/>
            </a:stretch>
          </a:blipFill>
        </p:spPr>
        <p:txBody>
          <a:bodyPr rtlCol="0" anchor="ctr"/>
          <a:lstStyle>
            <a:lvl1pPr marL="0" indent="0" algn="ctr">
              <a:buNone/>
              <a:defRPr/>
            </a:lvl1pPr>
          </a:lstStyle>
          <a:p>
            <a:pPr rtl="0"/>
            <a:r>
              <a:rPr lang="fr" noProof="0"/>
              <a:t>Cliquez sur l’icône pour ajouter une image</a:t>
            </a:r>
          </a:p>
        </p:txBody>
      </p:sp>
      <p:sp>
        <p:nvSpPr>
          <p:cNvPr id="15" name="Espace réservé du contenu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rtlCol="0"/>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rtl="0"/>
            <a:r>
              <a:rPr lang="fr" noProof="0"/>
              <a:t>Modifiez les styles du texte</a:t>
            </a:r>
          </a:p>
        </p:txBody>
      </p:sp>
      <p:sp>
        <p:nvSpPr>
          <p:cNvPr id="14" name="Titr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rtlCol="0"/>
          <a:lstStyle>
            <a:lvl1pPr algn="l">
              <a:lnSpc>
                <a:spcPct val="90000"/>
              </a:lnSpc>
              <a:defRPr/>
            </a:lvl1pPr>
          </a:lstStyle>
          <a:p>
            <a:pPr rtl="0"/>
            <a:r>
              <a:rPr lang="fr" noProof="0"/>
              <a:t>Modifiez le style du titre</a:t>
            </a:r>
          </a:p>
        </p:txBody>
      </p:sp>
    </p:spTree>
    <p:extLst>
      <p:ext uri="{BB962C8B-B14F-4D97-AF65-F5344CB8AC3E}">
        <p14:creationId xmlns:p14="http://schemas.microsoft.com/office/powerpoint/2010/main" val="22432300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Merci">
    <p:bg>
      <p:bgPr>
        <a:solidFill>
          <a:schemeClr val="tx2"/>
        </a:solidFill>
        <a:effectLst/>
      </p:bgPr>
    </p:bg>
    <p:spTree>
      <p:nvGrpSpPr>
        <p:cNvPr id="1" name=""/>
        <p:cNvGrpSpPr/>
        <p:nvPr/>
      </p:nvGrpSpPr>
      <p:grpSpPr>
        <a:xfrm>
          <a:off x="0" y="0"/>
          <a:ext cx="0" cy="0"/>
          <a:chOff x="0" y="0"/>
          <a:chExt cx="0" cy="0"/>
        </a:xfrm>
      </p:grpSpPr>
      <p:sp>
        <p:nvSpPr>
          <p:cNvPr id="8" name="Forme">
            <a:extLst>
              <a:ext uri="{FF2B5EF4-FFF2-40B4-BE49-F238E27FC236}">
                <a16:creationId xmlns:a16="http://schemas.microsoft.com/office/drawing/2014/main" id="{E09AA4F6-9CBF-53A8-8FE8-0BAB0E7DC989}"/>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Forme">
            <a:extLst>
              <a:ext uri="{FF2B5EF4-FFF2-40B4-BE49-F238E27FC236}">
                <a16:creationId xmlns:a16="http://schemas.microsoft.com/office/drawing/2014/main" id="{CBE4E0BD-29C0-46EA-4A2D-401DD12AEC12}"/>
              </a:ext>
            </a:extLst>
          </p:cNvPr>
          <p:cNvSpPr/>
          <p:nvPr/>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rtlCol="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5" name="Espace réservé d’image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blipFill dpi="0" rotWithShape="1">
            <a:blip r:embed="rId2">
              <a:alphaModFix amt="70000"/>
            </a:blip>
            <a:srcRect/>
            <a:stretch>
              <a:fillRect/>
            </a:stretch>
          </a:blipFill>
          <a:ln w="25400">
            <a:solidFill>
              <a:schemeClr val="tx1"/>
            </a:solidFill>
          </a:ln>
        </p:spPr>
        <p:txBody>
          <a:bodyPr vert="horz" lIns="91440" tIns="0" rIns="0" bIns="0" rtlCol="0">
            <a:noAutofit/>
          </a:bodyPr>
          <a:lstStyle>
            <a:lvl1pPr>
              <a:defRPr lang="en-US" sz="2400" b="0" i="0" noProof="0">
                <a:solidFill>
                  <a:schemeClr val="tx1"/>
                </a:solidFill>
              </a:defRPr>
            </a:lvl1pPr>
          </a:lstStyle>
          <a:p>
            <a:pPr marL="0" lvl="0" indent="0" rtl="0">
              <a:lnSpc>
                <a:spcPct val="150000"/>
              </a:lnSpc>
              <a:buFontTx/>
              <a:buNone/>
            </a:pPr>
            <a:r>
              <a:rPr lang="fr" noProof="0"/>
              <a:t>Cliquez sur l’icône pour ajouter une image</a:t>
            </a:r>
          </a:p>
        </p:txBody>
      </p:sp>
      <p:sp>
        <p:nvSpPr>
          <p:cNvPr id="3" name="Sous-titr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rtlCol="0">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noProof="0"/>
              <a:t>Modifiez le style des sous-titres du masque</a:t>
            </a:r>
            <a:endParaRPr lang="en-US" noProof="0"/>
          </a:p>
        </p:txBody>
      </p:sp>
      <p:sp>
        <p:nvSpPr>
          <p:cNvPr id="2" name="Titre 1">
            <a:extLst>
              <a:ext uri="{FF2B5EF4-FFF2-40B4-BE49-F238E27FC236}">
                <a16:creationId xmlns:a16="http://schemas.microsoft.com/office/drawing/2014/main" id="{D27EDEC9-86BE-FDB1-3BAE-F5FF0934CA0A}"/>
              </a:ext>
            </a:extLst>
          </p:cNvPr>
          <p:cNvSpPr>
            <a:spLocks noGrp="1"/>
          </p:cNvSpPr>
          <p:nvPr>
            <p:ph type="ctrTitle"/>
          </p:nvPr>
        </p:nvSpPr>
        <p:spPr>
          <a:xfrm>
            <a:off x="1527048" y="1301750"/>
            <a:ext cx="4289552" cy="1567157"/>
          </a:xfrm>
        </p:spPr>
        <p:txBody>
          <a:bodyPr rtlCol="0" anchor="b">
            <a:noAutofit/>
          </a:bodyPr>
          <a:lstStyle>
            <a:lvl1pPr marL="0" indent="0" algn="l">
              <a:lnSpc>
                <a:spcPct val="90000"/>
              </a:lnSpc>
              <a:defRPr sz="6000"/>
            </a:lvl1pPr>
          </a:lstStyle>
          <a:p>
            <a:pPr rtl="0"/>
            <a:r>
              <a:rPr lang="fr" noProof="0"/>
              <a:t>Modifiez le style du titre</a:t>
            </a:r>
            <a:endParaRPr lang="en-US" noProof="0"/>
          </a:p>
        </p:txBody>
      </p:sp>
    </p:spTree>
    <p:extLst>
      <p:ext uri="{BB962C8B-B14F-4D97-AF65-F5344CB8AC3E}">
        <p14:creationId xmlns:p14="http://schemas.microsoft.com/office/powerpoint/2010/main" val="1142719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pPr rtl="0"/>
            <a:r>
              <a:rPr lang="fr"/>
              <a:t>Modifiez le style du titre</a:t>
            </a:r>
            <a:endParaRPr lang="en-US"/>
          </a:p>
        </p:txBody>
      </p:sp>
      <p:sp>
        <p:nvSpPr>
          <p:cNvPr id="3" name="Espace réservé du texte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2" name="Espace réservé de la date 3">
            <a:extLst>
              <a:ext uri="{FF2B5EF4-FFF2-40B4-BE49-F238E27FC236}">
                <a16:creationId xmlns:a16="http://schemas.microsoft.com/office/drawing/2014/main" id="{33DF0476-5166-41FD-C225-49439DCDAFD9}"/>
              </a:ext>
            </a:extLst>
          </p:cNvPr>
          <p:cNvSpPr>
            <a:spLocks noGrp="1"/>
          </p:cNvSpPr>
          <p:nvPr>
            <p:ph type="dt" sz="half" idx="2"/>
          </p:nvPr>
        </p:nvSpPr>
        <p:spPr>
          <a:xfrm>
            <a:off x="612647" y="6453002"/>
            <a:ext cx="3494314" cy="365125"/>
          </a:xfrm>
          <a:prstGeom prst="rect">
            <a:avLst/>
          </a:prstGeom>
        </p:spPr>
        <p:txBody>
          <a:bodyPr rtlCol="0"/>
          <a:lstStyle>
            <a:lvl1pPr>
              <a:defRPr sz="1200"/>
            </a:lvl1pPr>
          </a:lstStyle>
          <a:p>
            <a:pPr rtl="0"/>
            <a:endParaRPr lang="en-US"/>
          </a:p>
        </p:txBody>
      </p:sp>
      <p:sp>
        <p:nvSpPr>
          <p:cNvPr id="13" name="Espace réservé du pied de page 4">
            <a:extLst>
              <a:ext uri="{FF2B5EF4-FFF2-40B4-BE49-F238E27FC236}">
                <a16:creationId xmlns:a16="http://schemas.microsoft.com/office/drawing/2014/main" id="{A69E184B-1B22-9BF1-2582-DB91379B44E0}"/>
              </a:ext>
            </a:extLst>
          </p:cNvPr>
          <p:cNvSpPr>
            <a:spLocks noGrp="1"/>
          </p:cNvSpPr>
          <p:nvPr>
            <p:ph type="ftr" sz="quarter" idx="3"/>
          </p:nvPr>
        </p:nvSpPr>
        <p:spPr>
          <a:xfrm>
            <a:off x="8394504" y="6453002"/>
            <a:ext cx="2805405" cy="365125"/>
          </a:xfrm>
          <a:prstGeom prst="rect">
            <a:avLst/>
          </a:prstGeom>
        </p:spPr>
        <p:txBody>
          <a:bodyPr rtlCol="0"/>
          <a:lstStyle>
            <a:lvl1pPr>
              <a:defRPr sz="1200"/>
            </a:lvl1pPr>
          </a:lstStyle>
          <a:p>
            <a:pPr rtl="0"/>
            <a:endParaRPr lang="en-US"/>
          </a:p>
        </p:txBody>
      </p:sp>
      <p:sp>
        <p:nvSpPr>
          <p:cNvPr id="14" name="Espace réservé du numéro de diapositive 5">
            <a:extLst>
              <a:ext uri="{FF2B5EF4-FFF2-40B4-BE49-F238E27FC236}">
                <a16:creationId xmlns:a16="http://schemas.microsoft.com/office/drawing/2014/main" id="{34EE38FC-102D-E92F-9B25-3E95395CCBED}"/>
              </a:ext>
            </a:extLst>
          </p:cNvPr>
          <p:cNvSpPr>
            <a:spLocks noGrp="1"/>
          </p:cNvSpPr>
          <p:nvPr>
            <p:ph type="sldNum" sz="quarter" idx="4"/>
          </p:nvPr>
        </p:nvSpPr>
        <p:spPr>
          <a:xfrm>
            <a:off x="11150145" y="6453002"/>
            <a:ext cx="429207" cy="365125"/>
          </a:xfrm>
          <a:prstGeom prst="rect">
            <a:avLst/>
          </a:prstGeom>
        </p:spPr>
        <p:txBody>
          <a:bodyPr rtlCol="0"/>
          <a:lstStyle>
            <a:lvl1pPr>
              <a:defRPr sz="1200"/>
            </a:lvl1pPr>
          </a:lstStyle>
          <a:p>
            <a:pPr rtl="0"/>
            <a:fld id="{CC057153-B650-4DEB-B370-79DDCFDCE934}" type="slidenum">
              <a:rPr lang="en-US" smtClean="0"/>
              <a:pPr rtl="0"/>
              <a:t>‹N°›</a:t>
            </a:fld>
            <a:endParaRPr lang="en-US"/>
          </a:p>
        </p:txBody>
      </p:sp>
    </p:spTree>
    <p:extLst>
      <p:ext uri="{BB962C8B-B14F-4D97-AF65-F5344CB8AC3E}">
        <p14:creationId xmlns:p14="http://schemas.microsoft.com/office/powerpoint/2010/main" val="508186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ncept de l’Internet des objets">
            <a:extLst>
              <a:ext uri="{FF2B5EF4-FFF2-40B4-BE49-F238E27FC236}">
                <a16:creationId xmlns:a16="http://schemas.microsoft.com/office/drawing/2014/main" id="{D2460721-9751-40B2-A57C-673893CD92BB}"/>
              </a:ext>
            </a:extLst>
          </p:cNvPr>
          <p:cNvPicPr>
            <a:picLocks noChangeAspect="1"/>
          </p:cNvPicPr>
          <p:nvPr/>
        </p:nvPicPr>
        <p:blipFill>
          <a:blip r:embed="rId3"/>
          <a:srcRect l="11959" r="21290" b="-2"/>
          <a:stretch>
            <a:fillRect/>
          </a:stretch>
        </p:blipFill>
        <p:spPr>
          <a:xfrm>
            <a:off x="611674" y="388874"/>
            <a:ext cx="5897880" cy="5897880"/>
          </a:xfrm>
          <a:prstGeom prst="ellipse">
            <a:avLst/>
          </a:prstGeom>
          <a:ln w="25400">
            <a:solidFill>
              <a:schemeClr val="tx1"/>
            </a:solidFill>
          </a:ln>
        </p:spPr>
      </p:pic>
      <p:sp>
        <p:nvSpPr>
          <p:cNvPr id="2" name="Subtitle 1">
            <a:extLst>
              <a:ext uri="{FF2B5EF4-FFF2-40B4-BE49-F238E27FC236}">
                <a16:creationId xmlns:a16="http://schemas.microsoft.com/office/drawing/2014/main" id="{10EE5DED-254A-B8FC-F547-E90569E155A1}"/>
              </a:ext>
            </a:extLst>
          </p:cNvPr>
          <p:cNvSpPr>
            <a:spLocks noGrp="1"/>
          </p:cNvSpPr>
          <p:nvPr>
            <p:ph type="subTitle" idx="1"/>
          </p:nvPr>
        </p:nvSpPr>
        <p:spPr>
          <a:xfrm>
            <a:off x="7168897" y="4731335"/>
            <a:ext cx="4206240" cy="1184585"/>
          </a:xfrm>
        </p:spPr>
        <p:txBody>
          <a:bodyPr anchor="t">
            <a:normAutofit/>
          </a:bodyPr>
          <a:lstStyle/>
          <a:p>
            <a:r>
              <a:rPr lang="en-US"/>
              <a:t>Automatiser et améliorer les performances des modèles prédictifs</a:t>
            </a:r>
          </a:p>
        </p:txBody>
      </p:sp>
      <p:sp>
        <p:nvSpPr>
          <p:cNvPr id="3" name="Title 2">
            <a:extLst>
              <a:ext uri="{FF2B5EF4-FFF2-40B4-BE49-F238E27FC236}">
                <a16:creationId xmlns:a16="http://schemas.microsoft.com/office/drawing/2014/main" id="{E2F826FA-CE6F-1D0E-0C82-8B530ACA4610}"/>
              </a:ext>
            </a:extLst>
          </p:cNvPr>
          <p:cNvSpPr>
            <a:spLocks noGrp="1"/>
          </p:cNvSpPr>
          <p:nvPr>
            <p:ph type="ctrTitle"/>
          </p:nvPr>
        </p:nvSpPr>
        <p:spPr>
          <a:xfrm>
            <a:off x="7168896" y="1129554"/>
            <a:ext cx="4361688" cy="3475236"/>
          </a:xfrm>
        </p:spPr>
        <p:txBody>
          <a:bodyPr anchor="b">
            <a:normAutofit/>
          </a:bodyPr>
          <a:lstStyle/>
          <a:p>
            <a:r>
              <a:rPr lang="en-US" sz="3800"/>
              <a:t>Déploiement, Optimisation &amp; Industrialisation MLOps d'un Modèle de Scoring Client</a:t>
            </a:r>
          </a:p>
        </p:txBody>
      </p:sp>
    </p:spTree>
    <p:extLst>
      <p:ext uri="{BB962C8B-B14F-4D97-AF65-F5344CB8AC3E}">
        <p14:creationId xmlns:p14="http://schemas.microsoft.com/office/powerpoint/2010/main" val="315253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400"/>
                                        <p:tgtEl>
                                          <p:spTgt spid="2">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0B2D52DA-84C7-4735-6625-AB1810CEC721}"/>
              </a:ext>
            </a:extLst>
          </p:cNvPr>
          <p:cNvSpPr>
            <a:spLocks noGrp="1"/>
          </p:cNvSpPr>
          <p:nvPr>
            <p:ph type="subTitle" idx="1"/>
          </p:nvPr>
        </p:nvSpPr>
        <p:spPr>
          <a:xfrm>
            <a:off x="265176" y="484632"/>
            <a:ext cx="7772400" cy="594360"/>
          </a:xfrm>
        </p:spPr>
        <p:txBody>
          <a:bodyPr/>
          <a:lstStyle/>
          <a:p>
            <a:endParaRPr lang="en-US"/>
          </a:p>
        </p:txBody>
      </p:sp>
      <p:sp>
        <p:nvSpPr>
          <p:cNvPr id="3" name="Title 2">
            <a:extLst>
              <a:ext uri="{FF2B5EF4-FFF2-40B4-BE49-F238E27FC236}">
                <a16:creationId xmlns:a16="http://schemas.microsoft.com/office/drawing/2014/main" id="{FB45326C-41A3-B2CD-9C75-60852662CF3C}"/>
              </a:ext>
            </a:extLst>
          </p:cNvPr>
          <p:cNvSpPr>
            <a:spLocks noGrp="1"/>
          </p:cNvSpPr>
          <p:nvPr>
            <p:ph type="ctrTitle"/>
          </p:nvPr>
        </p:nvSpPr>
        <p:spPr>
          <a:xfrm>
            <a:off x="274320" y="1801368"/>
            <a:ext cx="7772400" cy="4572000"/>
          </a:xfrm>
        </p:spPr>
        <p:txBody>
          <a:bodyPr anchor="b">
            <a:normAutofit/>
          </a:bodyPr>
          <a:lstStyle/>
          <a:p>
            <a:r>
              <a:rPr lang="en-US"/>
              <a:t>Contexte &amp; Problématique Métier</a:t>
            </a:r>
          </a:p>
        </p:txBody>
      </p:sp>
    </p:spTree>
    <p:extLst>
      <p:ext uri="{BB962C8B-B14F-4D97-AF65-F5344CB8AC3E}">
        <p14:creationId xmlns:p14="http://schemas.microsoft.com/office/powerpoint/2010/main" val="14127377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Parcours moderne en centres de données et technologie">
            <a:extLst>
              <a:ext uri="{FF2B5EF4-FFF2-40B4-BE49-F238E27FC236}">
                <a16:creationId xmlns:a16="http://schemas.microsoft.com/office/drawing/2014/main" id="{D395A939-8F64-4506-ABFF-66B32D6E01D8}"/>
              </a:ext>
            </a:extLst>
          </p:cNvPr>
          <p:cNvPicPr>
            <a:picLocks noGrp="1" noChangeAspect="1"/>
          </p:cNvPicPr>
          <p:nvPr>
            <p:ph type="pic" sz="quarter" idx="13"/>
          </p:nvPr>
        </p:nvPicPr>
        <p:blipFill>
          <a:blip r:embed="rId3"/>
          <a:srcRect l="20414" r="43562"/>
          <a:stretch>
            <a:fillRect/>
          </a:stretch>
        </p:blipFill>
        <p:spPr>
          <a:xfrm>
            <a:off x="4761780" y="10"/>
            <a:ext cx="7430219" cy="6857990"/>
          </a:xfrm>
        </p:spPr>
      </p:pic>
      <p:sp>
        <p:nvSpPr>
          <p:cNvPr id="5" name="Content Placeholder 4">
            <a:extLst>
              <a:ext uri="{FF2B5EF4-FFF2-40B4-BE49-F238E27FC236}">
                <a16:creationId xmlns:a16="http://schemas.microsoft.com/office/drawing/2014/main" id="{DC07B15C-3253-8587-F20D-0970A9609B4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lnSpc>
                <a:spcPct val="110000"/>
              </a:lnSpc>
              <a:spcBef>
                <a:spcPts val="2500"/>
              </a:spcBef>
              <a:spcAft>
                <a:spcPts val="600"/>
              </a:spcAft>
              <a:buFont typeface="Arial" panose="020B0604020202020204" pitchFamily="34" charset="0"/>
              <a:buNone/>
            </a:pPr>
            <a:r>
              <a:rPr lang="en-US" sz="900" b="1"/>
              <a:t>Déploiement de modèle en production</a:t>
            </a:r>
          </a:p>
          <a:p>
            <a:pPr marL="0" lvl="1" indent="0">
              <a:lnSpc>
                <a:spcPct val="110000"/>
              </a:lnSpc>
              <a:spcAft>
                <a:spcPts val="600"/>
              </a:spcAft>
              <a:buFont typeface="Arial" panose="020B0604020202020204" pitchFamily="34" charset="0"/>
              <a:buNone/>
            </a:pPr>
            <a:r>
              <a:rPr lang="en-US" sz="900"/>
              <a:t>Le projet transforme un modèle XGBoost en un service accessible via une API REST sur infrastructure conteneurisée pour des prédictions en temps réel.</a:t>
            </a:r>
          </a:p>
          <a:p>
            <a:pPr marL="0" lvl="0" indent="0">
              <a:lnSpc>
                <a:spcPct val="110000"/>
              </a:lnSpc>
              <a:spcBef>
                <a:spcPts val="2500"/>
              </a:spcBef>
              <a:spcAft>
                <a:spcPts val="600"/>
              </a:spcAft>
              <a:buFont typeface="Arial" panose="020B0604020202020204" pitchFamily="34" charset="0"/>
              <a:buNone/>
            </a:pPr>
            <a:r>
              <a:rPr lang="en-US" sz="900" b="1"/>
              <a:t>Optimisation et supervision MLOps</a:t>
            </a:r>
          </a:p>
          <a:p>
            <a:pPr marL="0" lvl="1" indent="0">
              <a:lnSpc>
                <a:spcPct val="110000"/>
              </a:lnSpc>
              <a:spcAft>
                <a:spcPts val="600"/>
              </a:spcAft>
              <a:buFont typeface="Arial" panose="020B0604020202020204" pitchFamily="34" charset="0"/>
              <a:buNone/>
            </a:pPr>
            <a:r>
              <a:rPr lang="en-US" sz="900"/>
              <a:t>L’approche inclut l’optimisation des performances d’inférence, la journalisation des événements et la surveillance continue de la qualité des données et du modèle.</a:t>
            </a:r>
          </a:p>
          <a:p>
            <a:pPr marL="0" lvl="0" indent="0">
              <a:lnSpc>
                <a:spcPct val="110000"/>
              </a:lnSpc>
              <a:spcBef>
                <a:spcPts val="2500"/>
              </a:spcBef>
              <a:spcAft>
                <a:spcPts val="600"/>
              </a:spcAft>
              <a:buFont typeface="Arial" panose="020B0604020202020204" pitchFamily="34" charset="0"/>
              <a:buNone/>
            </a:pPr>
            <a:r>
              <a:rPr lang="en-US" sz="900" b="1"/>
              <a:t>Technologies clés utilisées</a:t>
            </a:r>
          </a:p>
          <a:p>
            <a:pPr marL="0" lvl="1" indent="0">
              <a:lnSpc>
                <a:spcPct val="110000"/>
              </a:lnSpc>
              <a:spcAft>
                <a:spcPts val="600"/>
              </a:spcAft>
              <a:buFont typeface="Arial" panose="020B0604020202020204" pitchFamily="34" charset="0"/>
              <a:buNone/>
            </a:pPr>
            <a:r>
              <a:rPr lang="en-US" sz="900"/>
              <a:t>FastAPI pour l’exposition du service, ONNX Runtime pour accélérer l’inférence et Evidently AI pour la détection proactive des dérives de modèle.</a:t>
            </a:r>
          </a:p>
          <a:p>
            <a:pPr marL="0" lvl="0" indent="0">
              <a:lnSpc>
                <a:spcPct val="110000"/>
              </a:lnSpc>
              <a:spcBef>
                <a:spcPts val="2500"/>
              </a:spcBef>
              <a:spcAft>
                <a:spcPts val="600"/>
              </a:spcAft>
              <a:buFont typeface="Arial" panose="020B0604020202020204" pitchFamily="34" charset="0"/>
              <a:buNone/>
            </a:pPr>
            <a:r>
              <a:rPr lang="en-US" sz="900" b="1"/>
              <a:t>Robustesse et gouvernance</a:t>
            </a:r>
          </a:p>
          <a:p>
            <a:pPr marL="0" lvl="1" indent="0">
              <a:lnSpc>
                <a:spcPct val="110000"/>
              </a:lnSpc>
              <a:spcAft>
                <a:spcPts val="600"/>
              </a:spcAft>
              <a:buFont typeface="Arial" panose="020B0604020202020204" pitchFamily="34" charset="0"/>
              <a:buNone/>
            </a:pPr>
            <a:r>
              <a:rPr lang="en-US" sz="900"/>
              <a:t>La solution assure portabilité, automatisation et gouvernance, garantissant fiabilité et détection rapide des changements impactant la qualité décisionnelle.</a:t>
            </a:r>
          </a:p>
        </p:txBody>
      </p:sp>
      <p:sp>
        <p:nvSpPr>
          <p:cNvPr id="6" name="Title 5">
            <a:extLst>
              <a:ext uri="{FF2B5EF4-FFF2-40B4-BE49-F238E27FC236}">
                <a16:creationId xmlns:a16="http://schemas.microsoft.com/office/drawing/2014/main" id="{75117BC7-49C4-2E7D-822B-CFF60A1995A6}"/>
              </a:ext>
            </a:extLst>
          </p:cNvPr>
          <p:cNvSpPr>
            <a:spLocks noGrp="1"/>
          </p:cNvSpPr>
          <p:nvPr>
            <p:ph type="title"/>
          </p:nvPr>
        </p:nvSpPr>
        <p:spPr>
          <a:xfrm>
            <a:off x="612648" y="583413"/>
            <a:ext cx="3401568" cy="1527048"/>
          </a:xfrm>
        </p:spPr>
        <p:txBody>
          <a:bodyPr anchor="b">
            <a:normAutofit/>
          </a:bodyPr>
          <a:lstStyle/>
          <a:p>
            <a:r>
              <a:rPr lang="en-US"/>
              <a:t>Titre &amp; Introduction</a:t>
            </a:r>
          </a:p>
        </p:txBody>
      </p:sp>
    </p:spTree>
    <p:extLst>
      <p:ext uri="{BB962C8B-B14F-4D97-AF65-F5344CB8AC3E}">
        <p14:creationId xmlns:p14="http://schemas.microsoft.com/office/powerpoint/2010/main" val="40942310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Interface médicale du futur, un système de gestion des données médicales obtenues en scannant et visualisant le réseau neuronal du cerveau humain. La médecine du futur devrait disposer de toutes les méthodes modernes de diagnostic et de thérapie, ainsi que d’équipements de pointe.">
            <a:extLst>
              <a:ext uri="{FF2B5EF4-FFF2-40B4-BE49-F238E27FC236}">
                <a16:creationId xmlns:a16="http://schemas.microsoft.com/office/drawing/2014/main" id="{DE1C9373-4AEA-4B04-BB84-C94334686A17}"/>
              </a:ext>
            </a:extLst>
          </p:cNvPr>
          <p:cNvPicPr>
            <a:picLocks noGrp="1" noChangeAspect="1"/>
          </p:cNvPicPr>
          <p:nvPr>
            <p:ph type="pic" sz="quarter" idx="13"/>
          </p:nvPr>
        </p:nvPicPr>
        <p:blipFill>
          <a:blip r:embed="rId3"/>
          <a:stretch/>
        </p:blipFill>
        <p:spPr>
          <a:xfrm>
            <a:off x="4761780" y="1469280"/>
            <a:ext cx="7430219" cy="3919440"/>
          </a:xfrm>
        </p:spPr>
      </p:pic>
      <p:sp>
        <p:nvSpPr>
          <p:cNvPr id="5" name="Content Placeholder 4">
            <a:extLst>
              <a:ext uri="{FF2B5EF4-FFF2-40B4-BE49-F238E27FC236}">
                <a16:creationId xmlns:a16="http://schemas.microsoft.com/office/drawing/2014/main" id="{D13A27D8-CF11-D9BB-97F2-B95A8D9A1EE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spcBef>
                <a:spcPts val="2500"/>
              </a:spcBef>
              <a:spcAft>
                <a:spcPts val="600"/>
              </a:spcAft>
              <a:buFont typeface="Arial" panose="020B0604020202020204" pitchFamily="34" charset="0"/>
              <a:buNone/>
            </a:pPr>
            <a:r>
              <a:rPr lang="en-US" sz="1400" b="1"/>
              <a:t>Performance et Latence</a:t>
            </a:r>
          </a:p>
          <a:p>
            <a:pPr marL="0" lvl="1" indent="0">
              <a:spcAft>
                <a:spcPts val="600"/>
              </a:spcAft>
              <a:buFont typeface="Arial" panose="020B0604020202020204" pitchFamily="34" charset="0"/>
              <a:buNone/>
            </a:pPr>
            <a:r>
              <a:rPr lang="en-US" sz="1400"/>
              <a:t>Assurer des prédictions en moins de 5 millisecondes pour un service fluide et compatible avec le temps réel.</a:t>
            </a:r>
          </a:p>
          <a:p>
            <a:pPr marL="0" lvl="0" indent="0">
              <a:spcBef>
                <a:spcPts val="2500"/>
              </a:spcBef>
              <a:spcAft>
                <a:spcPts val="600"/>
              </a:spcAft>
              <a:buFont typeface="Arial" panose="020B0604020202020204" pitchFamily="34" charset="0"/>
              <a:buNone/>
            </a:pPr>
            <a:r>
              <a:rPr lang="en-US" sz="1400" b="1"/>
              <a:t>Conteneurisation et Automatisation</a:t>
            </a:r>
          </a:p>
          <a:p>
            <a:pPr marL="0" lvl="1" indent="0">
              <a:spcAft>
                <a:spcPts val="600"/>
              </a:spcAft>
              <a:buFont typeface="Arial" panose="020B0604020202020204" pitchFamily="34" charset="0"/>
              <a:buNone/>
            </a:pPr>
            <a:r>
              <a:rPr lang="en-US" sz="1400"/>
              <a:t>Utiliser Docker et pipelines CI/CD pour garantir la portabilité et faciliter les déploiements continus.</a:t>
            </a:r>
          </a:p>
          <a:p>
            <a:pPr marL="0" lvl="0" indent="0">
              <a:spcBef>
                <a:spcPts val="2500"/>
              </a:spcBef>
              <a:spcAft>
                <a:spcPts val="600"/>
              </a:spcAft>
              <a:buFont typeface="Arial" panose="020B0604020202020204" pitchFamily="34" charset="0"/>
              <a:buNone/>
            </a:pPr>
            <a:r>
              <a:rPr lang="en-US" sz="1400" b="1"/>
              <a:t>Observabilité et Surveillance</a:t>
            </a:r>
          </a:p>
          <a:p>
            <a:pPr marL="0" lvl="1" indent="0">
              <a:spcAft>
                <a:spcPts val="600"/>
              </a:spcAft>
              <a:buFont typeface="Arial" panose="020B0604020202020204" pitchFamily="34" charset="0"/>
              <a:buNone/>
            </a:pPr>
            <a:r>
              <a:rPr lang="en-US" sz="1400"/>
              <a:t>Collecter les événements et analyser la latence pour détecter la dérive des données et des prédictions.</a:t>
            </a:r>
          </a:p>
        </p:txBody>
      </p:sp>
      <p:sp>
        <p:nvSpPr>
          <p:cNvPr id="6" name="Title 5">
            <a:extLst>
              <a:ext uri="{FF2B5EF4-FFF2-40B4-BE49-F238E27FC236}">
                <a16:creationId xmlns:a16="http://schemas.microsoft.com/office/drawing/2014/main" id="{EAC69ABF-8ABB-8B6A-B983-372124F39F25}"/>
              </a:ext>
            </a:extLst>
          </p:cNvPr>
          <p:cNvSpPr>
            <a:spLocks noGrp="1"/>
          </p:cNvSpPr>
          <p:nvPr>
            <p:ph type="title"/>
          </p:nvPr>
        </p:nvSpPr>
        <p:spPr>
          <a:xfrm>
            <a:off x="612648" y="583413"/>
            <a:ext cx="3401568" cy="1527048"/>
          </a:xfrm>
        </p:spPr>
        <p:txBody>
          <a:bodyPr anchor="b">
            <a:normAutofit/>
          </a:bodyPr>
          <a:lstStyle/>
          <a:p>
            <a:r>
              <a:rPr lang="en-US"/>
              <a:t>Le Besoin Métier &amp; Les Enjeux MLOps</a:t>
            </a:r>
          </a:p>
        </p:txBody>
      </p:sp>
    </p:spTree>
    <p:extLst>
      <p:ext uri="{BB962C8B-B14F-4D97-AF65-F5344CB8AC3E}">
        <p14:creationId xmlns:p14="http://schemas.microsoft.com/office/powerpoint/2010/main" val="26584234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7F824EB3-35D9-DD47-C610-B84B528D15E0}"/>
              </a:ext>
            </a:extLst>
          </p:cNvPr>
          <p:cNvSpPr>
            <a:spLocks noGrp="1"/>
          </p:cNvSpPr>
          <p:nvPr>
            <p:ph type="subTitle" idx="1"/>
          </p:nvPr>
        </p:nvSpPr>
        <p:spPr>
          <a:xfrm>
            <a:off x="265176" y="484632"/>
            <a:ext cx="7772400" cy="594360"/>
          </a:xfrm>
        </p:spPr>
        <p:txBody>
          <a:bodyPr/>
          <a:lstStyle/>
          <a:p>
            <a:endParaRPr lang="en-US"/>
          </a:p>
        </p:txBody>
      </p:sp>
      <p:sp>
        <p:nvSpPr>
          <p:cNvPr id="3" name="Title 2">
            <a:extLst>
              <a:ext uri="{FF2B5EF4-FFF2-40B4-BE49-F238E27FC236}">
                <a16:creationId xmlns:a16="http://schemas.microsoft.com/office/drawing/2014/main" id="{C48B7801-A29D-DC19-09F5-AEC8898C4BEF}"/>
              </a:ext>
            </a:extLst>
          </p:cNvPr>
          <p:cNvSpPr>
            <a:spLocks noGrp="1"/>
          </p:cNvSpPr>
          <p:nvPr>
            <p:ph type="ctrTitle"/>
          </p:nvPr>
        </p:nvSpPr>
        <p:spPr>
          <a:xfrm>
            <a:off x="274320" y="1801368"/>
            <a:ext cx="7772400" cy="4572000"/>
          </a:xfrm>
        </p:spPr>
        <p:txBody>
          <a:bodyPr anchor="b">
            <a:normAutofit/>
          </a:bodyPr>
          <a:lstStyle/>
          <a:p>
            <a:r>
              <a:rPr lang="en-US"/>
              <a:t>Architecture Technique &amp; Inférence Haute Performance</a:t>
            </a:r>
          </a:p>
        </p:txBody>
      </p:sp>
    </p:spTree>
    <p:extLst>
      <p:ext uri="{BB962C8B-B14F-4D97-AF65-F5344CB8AC3E}">
        <p14:creationId xmlns:p14="http://schemas.microsoft.com/office/powerpoint/2010/main" val="2786163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ontexte de mouvement numérique abstrait du cyberespace">
            <a:extLst>
              <a:ext uri="{FF2B5EF4-FFF2-40B4-BE49-F238E27FC236}">
                <a16:creationId xmlns:a16="http://schemas.microsoft.com/office/drawing/2014/main" id="{9EA2D230-C6D3-4017-A27D-482DB3C0F629}"/>
              </a:ext>
            </a:extLst>
          </p:cNvPr>
          <p:cNvPicPr>
            <a:picLocks noGrp="1" noChangeAspect="1"/>
          </p:cNvPicPr>
          <p:nvPr>
            <p:ph type="pic" sz="quarter" idx="13"/>
          </p:nvPr>
        </p:nvPicPr>
        <p:blipFill>
          <a:blip r:embed="rId3"/>
          <a:srcRect l="28816" r="10241"/>
          <a:stretch>
            <a:fillRect/>
          </a:stretch>
        </p:blipFill>
        <p:spPr>
          <a:xfrm>
            <a:off x="4761780" y="10"/>
            <a:ext cx="7430219" cy="6857990"/>
          </a:xfrm>
        </p:spPr>
      </p:pic>
      <p:sp>
        <p:nvSpPr>
          <p:cNvPr id="5" name="Content Placeholder 4">
            <a:extLst>
              <a:ext uri="{FF2B5EF4-FFF2-40B4-BE49-F238E27FC236}">
                <a16:creationId xmlns:a16="http://schemas.microsoft.com/office/drawing/2014/main" id="{209FAD2D-20E3-D8CD-79F1-DDB307088A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lnSpc>
                <a:spcPct val="110000"/>
              </a:lnSpc>
              <a:spcBef>
                <a:spcPts val="2500"/>
              </a:spcBef>
              <a:spcAft>
                <a:spcPts val="600"/>
              </a:spcAft>
              <a:buFont typeface="Arial" panose="020B0604020202020204" pitchFamily="34" charset="0"/>
              <a:buNone/>
            </a:pPr>
            <a:r>
              <a:rPr lang="en-US" sz="1000" b="1"/>
              <a:t>Séparation des responsabilités</a:t>
            </a:r>
          </a:p>
          <a:p>
            <a:pPr marL="0" lvl="1" indent="0">
              <a:lnSpc>
                <a:spcPct val="110000"/>
              </a:lnSpc>
              <a:spcAft>
                <a:spcPts val="600"/>
              </a:spcAft>
              <a:buFont typeface="Arial" panose="020B0604020202020204" pitchFamily="34" charset="0"/>
              <a:buNone/>
            </a:pPr>
            <a:r>
              <a:rPr lang="en-US" sz="1000"/>
              <a:t>L’architecture sépare clairement les composants applicatifs des mécanismes de supervision pour une meilleure modularité.</a:t>
            </a:r>
          </a:p>
          <a:p>
            <a:pPr marL="0" lvl="0" indent="0">
              <a:lnSpc>
                <a:spcPct val="110000"/>
              </a:lnSpc>
              <a:spcBef>
                <a:spcPts val="2500"/>
              </a:spcBef>
              <a:spcAft>
                <a:spcPts val="600"/>
              </a:spcAft>
              <a:buFont typeface="Arial" panose="020B0604020202020204" pitchFamily="34" charset="0"/>
              <a:buNone/>
            </a:pPr>
            <a:r>
              <a:rPr lang="en-US" sz="1000" b="1"/>
              <a:t>Traitement des requêtes</a:t>
            </a:r>
          </a:p>
          <a:p>
            <a:pPr marL="0" lvl="1" indent="0">
              <a:lnSpc>
                <a:spcPct val="110000"/>
              </a:lnSpc>
              <a:spcAft>
                <a:spcPts val="600"/>
              </a:spcAft>
              <a:buFont typeface="Arial" panose="020B0604020202020204" pitchFamily="34" charset="0"/>
              <a:buNone/>
            </a:pPr>
            <a:r>
              <a:rPr lang="en-US" sz="1000"/>
              <a:t>Les requêtes sont générées par un client ou simulateur, puis traitées par une API FastAPI dans un environnement conteneurisé.</a:t>
            </a:r>
          </a:p>
          <a:p>
            <a:pPr marL="0" lvl="0" indent="0">
              <a:lnSpc>
                <a:spcPct val="110000"/>
              </a:lnSpc>
              <a:spcBef>
                <a:spcPts val="2500"/>
              </a:spcBef>
              <a:spcAft>
                <a:spcPts val="600"/>
              </a:spcAft>
              <a:buFont typeface="Arial" panose="020B0604020202020204" pitchFamily="34" charset="0"/>
              <a:buNone/>
            </a:pPr>
            <a:r>
              <a:rPr lang="en-US" sz="1000" b="1"/>
              <a:t>Exécution et journalisation</a:t>
            </a:r>
          </a:p>
          <a:p>
            <a:pPr marL="0" lvl="1" indent="0">
              <a:lnSpc>
                <a:spcPct val="110000"/>
              </a:lnSpc>
              <a:spcAft>
                <a:spcPts val="600"/>
              </a:spcAft>
              <a:buFont typeface="Arial" panose="020B0604020202020204" pitchFamily="34" charset="0"/>
              <a:buNone/>
            </a:pPr>
            <a:r>
              <a:rPr lang="en-US" sz="1000"/>
              <a:t>Le moteur ONNX Runtime exécute les modèles avec faible latence et journalise les prédictions avec contexte dans un fichier structuré.</a:t>
            </a:r>
          </a:p>
          <a:p>
            <a:pPr marL="0" lvl="0" indent="0">
              <a:lnSpc>
                <a:spcPct val="110000"/>
              </a:lnSpc>
              <a:spcBef>
                <a:spcPts val="2500"/>
              </a:spcBef>
              <a:spcAft>
                <a:spcPts val="600"/>
              </a:spcAft>
              <a:buFont typeface="Arial" panose="020B0604020202020204" pitchFamily="34" charset="0"/>
              <a:buNone/>
            </a:pPr>
            <a:r>
              <a:rPr lang="en-US" sz="1000" b="1"/>
              <a:t>Supervision et analyse</a:t>
            </a:r>
          </a:p>
          <a:p>
            <a:pPr marL="0" lvl="1" indent="0">
              <a:lnSpc>
                <a:spcPct val="110000"/>
              </a:lnSpc>
              <a:spcAft>
                <a:spcPts val="600"/>
              </a:spcAft>
              <a:buFont typeface="Arial" panose="020B0604020202020204" pitchFamily="34" charset="0"/>
              <a:buNone/>
            </a:pPr>
            <a:r>
              <a:rPr lang="en-US" sz="1000"/>
              <a:t>Une analyse périodique détecte les dérives via un rapport Evidently AI, assurant traçabilité et amélioration continue.</a:t>
            </a:r>
          </a:p>
        </p:txBody>
      </p:sp>
      <p:sp>
        <p:nvSpPr>
          <p:cNvPr id="6" name="Title 5">
            <a:extLst>
              <a:ext uri="{FF2B5EF4-FFF2-40B4-BE49-F238E27FC236}">
                <a16:creationId xmlns:a16="http://schemas.microsoft.com/office/drawing/2014/main" id="{00F395DB-756B-708E-1D4C-F184A1C94E1E}"/>
              </a:ext>
            </a:extLst>
          </p:cNvPr>
          <p:cNvSpPr>
            <a:spLocks noGrp="1"/>
          </p:cNvSpPr>
          <p:nvPr>
            <p:ph type="title"/>
          </p:nvPr>
        </p:nvSpPr>
        <p:spPr>
          <a:xfrm>
            <a:off x="612648" y="583413"/>
            <a:ext cx="3401568" cy="1527048"/>
          </a:xfrm>
        </p:spPr>
        <p:txBody>
          <a:bodyPr anchor="b">
            <a:normAutofit/>
          </a:bodyPr>
          <a:lstStyle/>
          <a:p>
            <a:r>
              <a:rPr lang="en-US"/>
              <a:t>Architecture Globale du Système</a:t>
            </a:r>
          </a:p>
        </p:txBody>
      </p:sp>
    </p:spTree>
    <p:extLst>
      <p:ext uri="{BB962C8B-B14F-4D97-AF65-F5344CB8AC3E}">
        <p14:creationId xmlns:p14="http://schemas.microsoft.com/office/powerpoint/2010/main" val="7459018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1">
            <a:extLst>
              <a:ext uri="{FF2B5EF4-FFF2-40B4-BE49-F238E27FC236}">
                <a16:creationId xmlns:a16="http://schemas.microsoft.com/office/drawing/2014/main" id="{10CB69F3-BAF8-B862-9456-E2E710392E2A}"/>
              </a:ext>
            </a:extLst>
          </p:cNvPr>
          <p:cNvSpPr>
            <a:spLocks noGrp="1"/>
          </p:cNvSpPr>
          <p:nvPr>
            <p:ph type="pic" sz="quarter" idx="13"/>
          </p:nvPr>
        </p:nvSpPr>
        <p:spPr>
          <a:xfrm>
            <a:off x="4761780" y="0"/>
            <a:ext cx="7430219" cy="6858000"/>
          </a:xfrm>
        </p:spPr>
        <p:txBody>
          <a:bodyPr/>
          <a:lstStyle/>
          <a:p>
            <a:endParaRPr lang="fr-FR"/>
          </a:p>
        </p:txBody>
      </p:sp>
      <p:sp>
        <p:nvSpPr>
          <p:cNvPr id="3" name="Title 2">
            <a:extLst>
              <a:ext uri="{FF2B5EF4-FFF2-40B4-BE49-F238E27FC236}">
                <a16:creationId xmlns:a16="http://schemas.microsoft.com/office/drawing/2014/main" id="{AD708C40-7415-CF44-F042-D96091046A7B}"/>
              </a:ext>
            </a:extLst>
          </p:cNvPr>
          <p:cNvSpPr>
            <a:spLocks noGrp="1"/>
          </p:cNvSpPr>
          <p:nvPr>
            <p:ph type="title"/>
          </p:nvPr>
        </p:nvSpPr>
        <p:spPr>
          <a:xfrm>
            <a:off x="612648" y="583413"/>
            <a:ext cx="3401568" cy="1527048"/>
          </a:xfrm>
        </p:spPr>
        <p:txBody>
          <a:bodyPr anchor="b">
            <a:normAutofit/>
          </a:bodyPr>
          <a:lstStyle/>
          <a:p>
            <a:r>
              <a:rPr lang="en-US" sz="2700"/>
              <a:t>Optimisation du Modèle : Passage vers ONNX</a:t>
            </a:r>
          </a:p>
        </p:txBody>
      </p:sp>
      <p:graphicFrame>
        <p:nvGraphicFramePr>
          <p:cNvPr id="5" name="Content Placeholder 4">
            <a:extLst>
              <a:ext uri="{FF2B5EF4-FFF2-40B4-BE49-F238E27FC236}">
                <a16:creationId xmlns:a16="http://schemas.microsoft.com/office/drawing/2014/main" id="{C80964C3-3115-4682-8889-D270782ED0E9}"/>
              </a:ext>
            </a:extLst>
          </p:cNvPr>
          <p:cNvGraphicFramePr>
            <a:graphicFrameLocks noGrp="1"/>
          </p:cNvGraphicFramePr>
          <p:nvPr>
            <p:ph sz="quarter" idx="14"/>
          </p:nvPr>
        </p:nvGraphicFramePr>
        <p:xfrm>
          <a:off x="612775" y="3112720"/>
          <a:ext cx="3401568" cy="2296259"/>
        </p:xfrm>
        <a:graphic>
          <a:graphicData uri="http://schemas.openxmlformats.org/drawingml/2006/table">
            <a:tbl>
              <a:tblPr firstRow="1" bandRow="1">
                <a:tableStyleId>{5C22544A-7EE6-4342-B048-85BDC9FD1C3A}</a:tableStyleId>
              </a:tblPr>
              <a:tblGrid>
                <a:gridCol w="956775">
                  <a:extLst>
                    <a:ext uri="{9D8B030D-6E8A-4147-A177-3AD203B41FA5}">
                      <a16:colId xmlns:a16="http://schemas.microsoft.com/office/drawing/2014/main" val="1111797100"/>
                    </a:ext>
                  </a:extLst>
                </a:gridCol>
                <a:gridCol w="826876">
                  <a:extLst>
                    <a:ext uri="{9D8B030D-6E8A-4147-A177-3AD203B41FA5}">
                      <a16:colId xmlns:a16="http://schemas.microsoft.com/office/drawing/2014/main" val="2135752437"/>
                    </a:ext>
                  </a:extLst>
                </a:gridCol>
                <a:gridCol w="867190">
                  <a:extLst>
                    <a:ext uri="{9D8B030D-6E8A-4147-A177-3AD203B41FA5}">
                      <a16:colId xmlns:a16="http://schemas.microsoft.com/office/drawing/2014/main" val="3563944786"/>
                    </a:ext>
                  </a:extLst>
                </a:gridCol>
                <a:gridCol w="750728">
                  <a:extLst>
                    <a:ext uri="{9D8B030D-6E8A-4147-A177-3AD203B41FA5}">
                      <a16:colId xmlns:a16="http://schemas.microsoft.com/office/drawing/2014/main" val="2808803624"/>
                    </a:ext>
                  </a:extLst>
                </a:gridCol>
              </a:tblGrid>
              <a:tr h="670818">
                <a:tc>
                  <a:txBody>
                    <a:bodyPr/>
                    <a:lstStyle/>
                    <a:p>
                      <a:pPr>
                        <a:buNone/>
                      </a:pPr>
                      <a:r>
                        <a:rPr lang="en-US" sz="1300"/>
                        <a:t>Indicateur</a:t>
                      </a:r>
                    </a:p>
                  </a:txBody>
                  <a:tcPr marL="64502" marR="64502" marT="32251" marB="32251" anchor="ctr"/>
                </a:tc>
                <a:tc>
                  <a:txBody>
                    <a:bodyPr/>
                    <a:lstStyle/>
                    <a:p>
                      <a:pPr>
                        <a:buNone/>
                      </a:pPr>
                      <a:r>
                        <a:rPr lang="en-US" sz="1300"/>
                        <a:t>Pipeline Joblib / Scikit</a:t>
                      </a:r>
                    </a:p>
                  </a:txBody>
                  <a:tcPr marL="64502" marR="64502" marT="32251" marB="32251" anchor="ctr"/>
                </a:tc>
                <a:tc>
                  <a:txBody>
                    <a:bodyPr/>
                    <a:lstStyle/>
                    <a:p>
                      <a:pPr>
                        <a:buNone/>
                      </a:pPr>
                      <a:r>
                        <a:rPr lang="en-US" sz="1300"/>
                        <a:t>Pipeline Optimisé ONNX</a:t>
                      </a:r>
                    </a:p>
                  </a:txBody>
                  <a:tcPr marL="64502" marR="64502" marT="32251" marB="32251" anchor="ctr"/>
                </a:tc>
                <a:tc>
                  <a:txBody>
                    <a:bodyPr/>
                    <a:lstStyle/>
                    <a:p>
                      <a:pPr>
                        <a:buNone/>
                      </a:pPr>
                      <a:r>
                        <a:rPr lang="en-US" sz="1300"/>
                        <a:t>Gain</a:t>
                      </a:r>
                    </a:p>
                  </a:txBody>
                  <a:tcPr marL="64502" marR="64502" marT="32251" marB="32251" anchor="ctr"/>
                </a:tc>
                <a:extLst>
                  <a:ext uri="{0D108BD9-81ED-4DB2-BD59-A6C34878D82A}">
                    <a16:rowId xmlns:a16="http://schemas.microsoft.com/office/drawing/2014/main" val="2991841781"/>
                  </a:ext>
                </a:extLst>
              </a:tr>
              <a:tr h="477313">
                <a:tc>
                  <a:txBody>
                    <a:bodyPr/>
                    <a:lstStyle/>
                    <a:p>
                      <a:pPr>
                        <a:buNone/>
                      </a:pPr>
                      <a:r>
                        <a:rPr lang="en-US" sz="1300"/>
                        <a:t>Poids de l’artefact</a:t>
                      </a:r>
                    </a:p>
                  </a:txBody>
                  <a:tcPr marL="64502" marR="64502" marT="32251" marB="32251" anchor="ctr"/>
                </a:tc>
                <a:tc>
                  <a:txBody>
                    <a:bodyPr/>
                    <a:lstStyle/>
                    <a:p>
                      <a:pPr>
                        <a:buNone/>
                      </a:pPr>
                      <a:r>
                        <a:rPr lang="en-US" sz="1300"/>
                        <a:t>~804 Ko</a:t>
                      </a:r>
                    </a:p>
                  </a:txBody>
                  <a:tcPr marL="64502" marR="64502" marT="32251" marB="32251" anchor="ctr"/>
                </a:tc>
                <a:tc>
                  <a:txBody>
                    <a:bodyPr/>
                    <a:lstStyle/>
                    <a:p>
                      <a:pPr>
                        <a:buNone/>
                      </a:pPr>
                      <a:r>
                        <a:rPr lang="en-US" sz="1300"/>
                        <a:t>~279 Ko</a:t>
                      </a:r>
                    </a:p>
                  </a:txBody>
                  <a:tcPr marL="64502" marR="64502" marT="32251" marB="32251" anchor="ctr"/>
                </a:tc>
                <a:tc>
                  <a:txBody>
                    <a:bodyPr/>
                    <a:lstStyle/>
                    <a:p>
                      <a:pPr>
                        <a:buNone/>
                      </a:pPr>
                      <a:r>
                        <a:rPr lang="en-US" sz="1300"/>
                        <a:t>-65%</a:t>
                      </a:r>
                    </a:p>
                  </a:txBody>
                  <a:tcPr marL="64502" marR="64502" marT="32251" marB="32251" anchor="ctr"/>
                </a:tc>
                <a:extLst>
                  <a:ext uri="{0D108BD9-81ED-4DB2-BD59-A6C34878D82A}">
                    <a16:rowId xmlns:a16="http://schemas.microsoft.com/office/drawing/2014/main" val="237801539"/>
                  </a:ext>
                </a:extLst>
              </a:tr>
              <a:tr h="670818">
                <a:tc>
                  <a:txBody>
                    <a:bodyPr/>
                    <a:lstStyle/>
                    <a:p>
                      <a:pPr>
                        <a:buNone/>
                      </a:pPr>
                      <a:r>
                        <a:rPr lang="en-US" sz="1300"/>
                        <a:t>Latence P95</a:t>
                      </a:r>
                    </a:p>
                  </a:txBody>
                  <a:tcPr marL="64502" marR="64502" marT="32251" marB="32251" anchor="ctr"/>
                </a:tc>
                <a:tc>
                  <a:txBody>
                    <a:bodyPr/>
                    <a:lstStyle/>
                    <a:p>
                      <a:pPr>
                        <a:buNone/>
                      </a:pPr>
                      <a:r>
                        <a:rPr lang="en-US" sz="1300"/>
                        <a:t>&gt; 15 ms</a:t>
                      </a:r>
                    </a:p>
                  </a:txBody>
                  <a:tcPr marL="64502" marR="64502" marT="32251" marB="32251" anchor="ctr"/>
                </a:tc>
                <a:tc>
                  <a:txBody>
                    <a:bodyPr/>
                    <a:lstStyle/>
                    <a:p>
                      <a:pPr>
                        <a:buNone/>
                      </a:pPr>
                      <a:r>
                        <a:rPr lang="en-US" sz="1300"/>
                        <a:t>&lt; 5 ms</a:t>
                      </a:r>
                    </a:p>
                  </a:txBody>
                  <a:tcPr marL="64502" marR="64502" marT="32251" marB="32251" anchor="ctr"/>
                </a:tc>
                <a:tc>
                  <a:txBody>
                    <a:bodyPr/>
                    <a:lstStyle/>
                    <a:p>
                      <a:pPr>
                        <a:buNone/>
                      </a:pPr>
                      <a:r>
                        <a:rPr lang="en-US" sz="1300"/>
                        <a:t>x3 à x4 plus rapide</a:t>
                      </a:r>
                    </a:p>
                  </a:txBody>
                  <a:tcPr marL="64502" marR="64502" marT="32251" marB="32251" anchor="ctr"/>
                </a:tc>
                <a:extLst>
                  <a:ext uri="{0D108BD9-81ED-4DB2-BD59-A6C34878D82A}">
                    <a16:rowId xmlns:a16="http://schemas.microsoft.com/office/drawing/2014/main" val="1401195679"/>
                  </a:ext>
                </a:extLst>
              </a:tr>
              <a:tr h="477313">
                <a:tc>
                  <a:txBody>
                    <a:bodyPr/>
                    <a:lstStyle/>
                    <a:p>
                      <a:pPr>
                        <a:buNone/>
                      </a:pPr>
                      <a:r>
                        <a:rPr lang="en-US" sz="1300"/>
                        <a:t>Empreinte mémoire</a:t>
                      </a:r>
                    </a:p>
                  </a:txBody>
                  <a:tcPr marL="64502" marR="64502" marT="32251" marB="32251" anchor="ctr"/>
                </a:tc>
                <a:tc>
                  <a:txBody>
                    <a:bodyPr/>
                    <a:lstStyle/>
                    <a:p>
                      <a:pPr>
                        <a:buNone/>
                      </a:pPr>
                      <a:r>
                        <a:rPr lang="en-US" sz="1300"/>
                        <a:t>Élevée</a:t>
                      </a:r>
                    </a:p>
                  </a:txBody>
                  <a:tcPr marL="64502" marR="64502" marT="32251" marB="32251" anchor="ctr"/>
                </a:tc>
                <a:tc>
                  <a:txBody>
                    <a:bodyPr/>
                    <a:lstStyle/>
                    <a:p>
                      <a:pPr>
                        <a:buNone/>
                      </a:pPr>
                      <a:r>
                        <a:rPr lang="en-US" sz="1300"/>
                        <a:t>Minimale</a:t>
                      </a:r>
                    </a:p>
                  </a:txBody>
                  <a:tcPr marL="64502" marR="64502" marT="32251" marB="32251" anchor="ctr"/>
                </a:tc>
                <a:tc>
                  <a:txBody>
                    <a:bodyPr/>
                    <a:lstStyle/>
                    <a:p>
                      <a:pPr>
                        <a:buNone/>
                      </a:pPr>
                      <a:r>
                        <a:rPr lang="en-US" sz="1300"/>
                        <a:t>MLOps-friendly</a:t>
                      </a:r>
                    </a:p>
                  </a:txBody>
                  <a:tcPr marL="64502" marR="64502" marT="32251" marB="32251" anchor="ctr"/>
                </a:tc>
                <a:extLst>
                  <a:ext uri="{0D108BD9-81ED-4DB2-BD59-A6C34878D82A}">
                    <a16:rowId xmlns:a16="http://schemas.microsoft.com/office/drawing/2014/main" val="84917874"/>
                  </a:ext>
                </a:extLst>
              </a:tr>
            </a:tbl>
          </a:graphicData>
        </a:graphic>
      </p:graphicFrame>
    </p:spTree>
    <p:extLst>
      <p:ext uri="{BB962C8B-B14F-4D97-AF65-F5344CB8AC3E}">
        <p14:creationId xmlns:p14="http://schemas.microsoft.com/office/powerpoint/2010/main" val="85393103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Informatique en nuage">
            <a:extLst>
              <a:ext uri="{FF2B5EF4-FFF2-40B4-BE49-F238E27FC236}">
                <a16:creationId xmlns:a16="http://schemas.microsoft.com/office/drawing/2014/main" id="{FD1D84A4-D240-4686-88B2-BFF489FCFEE0}"/>
              </a:ext>
            </a:extLst>
          </p:cNvPr>
          <p:cNvPicPr>
            <a:picLocks noGrp="1" noChangeAspect="1"/>
          </p:cNvPicPr>
          <p:nvPr>
            <p:ph type="pic" sz="quarter" idx="13"/>
          </p:nvPr>
        </p:nvPicPr>
        <p:blipFill>
          <a:blip r:embed="rId3"/>
          <a:stretch/>
        </p:blipFill>
        <p:spPr>
          <a:xfrm>
            <a:off x="4761780" y="1199934"/>
            <a:ext cx="7430219" cy="4458131"/>
          </a:xfrm>
        </p:spPr>
      </p:pic>
      <p:sp>
        <p:nvSpPr>
          <p:cNvPr id="5" name="Content Placeholder 4">
            <a:extLst>
              <a:ext uri="{FF2B5EF4-FFF2-40B4-BE49-F238E27FC236}">
                <a16:creationId xmlns:a16="http://schemas.microsoft.com/office/drawing/2014/main" id="{629E4CC8-007A-3ACB-F0E2-4F64E1A398E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lnSpc>
                <a:spcPct val="110000"/>
              </a:lnSpc>
              <a:spcBef>
                <a:spcPts val="2500"/>
              </a:spcBef>
              <a:spcAft>
                <a:spcPts val="600"/>
              </a:spcAft>
              <a:buFont typeface="Arial" panose="020B0604020202020204" pitchFamily="34" charset="0"/>
              <a:buNone/>
            </a:pPr>
            <a:r>
              <a:rPr lang="en-US" sz="1100" b="1"/>
              <a:t>Choix de FastAPI</a:t>
            </a:r>
          </a:p>
          <a:p>
            <a:pPr marL="0" lvl="1" indent="0">
              <a:lnSpc>
                <a:spcPct val="110000"/>
              </a:lnSpc>
              <a:spcAft>
                <a:spcPts val="600"/>
              </a:spcAft>
              <a:buFont typeface="Arial" panose="020B0604020202020204" pitchFamily="34" charset="0"/>
              <a:buNone/>
            </a:pPr>
            <a:r>
              <a:rPr lang="en-US" sz="1100"/>
              <a:t>FastAPI est choisi pour sa rapidité, son support asynchrone natif et sa facilité d’intégration cloud.</a:t>
            </a:r>
          </a:p>
          <a:p>
            <a:pPr marL="0" lvl="0" indent="0">
              <a:lnSpc>
                <a:spcPct val="110000"/>
              </a:lnSpc>
              <a:spcBef>
                <a:spcPts val="2500"/>
              </a:spcBef>
              <a:spcAft>
                <a:spcPts val="600"/>
              </a:spcAft>
              <a:buFont typeface="Arial" panose="020B0604020202020204" pitchFamily="34" charset="0"/>
              <a:buNone/>
            </a:pPr>
            <a:r>
              <a:rPr lang="en-US" sz="1100" b="1"/>
              <a:t>Endpoints clés</a:t>
            </a:r>
          </a:p>
          <a:p>
            <a:pPr marL="0" lvl="1" indent="0">
              <a:lnSpc>
                <a:spcPct val="110000"/>
              </a:lnSpc>
              <a:spcAft>
                <a:spcPts val="600"/>
              </a:spcAft>
              <a:buFont typeface="Arial" panose="020B0604020202020204" pitchFamily="34" charset="0"/>
              <a:buNone/>
            </a:pPr>
            <a:r>
              <a:rPr lang="en-US" sz="1100"/>
              <a:t>L’API expose des endpoints de prédiction et de santé pour le suivi automatisé du service.</a:t>
            </a:r>
          </a:p>
          <a:p>
            <a:pPr marL="0" lvl="0" indent="0">
              <a:lnSpc>
                <a:spcPct val="110000"/>
              </a:lnSpc>
              <a:spcBef>
                <a:spcPts val="2500"/>
              </a:spcBef>
              <a:spcAft>
                <a:spcPts val="600"/>
              </a:spcAft>
              <a:buFont typeface="Arial" panose="020B0604020202020204" pitchFamily="34" charset="0"/>
              <a:buNone/>
            </a:pPr>
            <a:r>
              <a:rPr lang="en-US" sz="1100" b="1"/>
              <a:t>Validation avec Pydantic</a:t>
            </a:r>
          </a:p>
          <a:p>
            <a:pPr marL="0" lvl="1" indent="0">
              <a:lnSpc>
                <a:spcPct val="110000"/>
              </a:lnSpc>
              <a:spcAft>
                <a:spcPts val="600"/>
              </a:spcAft>
              <a:buFont typeface="Arial" panose="020B0604020202020204" pitchFamily="34" charset="0"/>
              <a:buNone/>
            </a:pPr>
            <a:r>
              <a:rPr lang="en-US" sz="1100"/>
              <a:t>Pydantic valide les données entrantes garantissant schémas conformes et détection d’erreurs rapide.</a:t>
            </a:r>
          </a:p>
          <a:p>
            <a:pPr marL="0" lvl="0" indent="0">
              <a:lnSpc>
                <a:spcPct val="110000"/>
              </a:lnSpc>
              <a:spcBef>
                <a:spcPts val="2500"/>
              </a:spcBef>
              <a:spcAft>
                <a:spcPts val="600"/>
              </a:spcAft>
              <a:buFont typeface="Arial" panose="020B0604020202020204" pitchFamily="34" charset="0"/>
              <a:buNone/>
            </a:pPr>
            <a:r>
              <a:rPr lang="en-US" sz="1100" b="1"/>
              <a:t>Surveillance et performance</a:t>
            </a:r>
          </a:p>
          <a:p>
            <a:pPr marL="0" lvl="1" indent="0">
              <a:lnSpc>
                <a:spcPct val="110000"/>
              </a:lnSpc>
              <a:spcAft>
                <a:spcPts val="600"/>
              </a:spcAft>
              <a:buFont typeface="Arial" panose="020B0604020202020204" pitchFamily="34" charset="0"/>
              <a:buNone/>
            </a:pPr>
            <a:r>
              <a:rPr lang="en-US" sz="1100"/>
              <a:t>Un middleware mesure le temps d’exécution et enregistre la latence pour assurer la performance.</a:t>
            </a:r>
          </a:p>
        </p:txBody>
      </p:sp>
      <p:sp>
        <p:nvSpPr>
          <p:cNvPr id="6" name="Title 5">
            <a:extLst>
              <a:ext uri="{FF2B5EF4-FFF2-40B4-BE49-F238E27FC236}">
                <a16:creationId xmlns:a16="http://schemas.microsoft.com/office/drawing/2014/main" id="{A6711C01-2ADB-17C3-6A2D-C9B9E3EA87A6}"/>
              </a:ext>
            </a:extLst>
          </p:cNvPr>
          <p:cNvSpPr>
            <a:spLocks noGrp="1"/>
          </p:cNvSpPr>
          <p:nvPr>
            <p:ph type="title"/>
          </p:nvPr>
        </p:nvSpPr>
        <p:spPr>
          <a:xfrm>
            <a:off x="612648" y="583413"/>
            <a:ext cx="3401568" cy="1527048"/>
          </a:xfrm>
        </p:spPr>
        <p:txBody>
          <a:bodyPr anchor="b">
            <a:normAutofit/>
          </a:bodyPr>
          <a:lstStyle/>
          <a:p>
            <a:r>
              <a:rPr lang="en-US"/>
              <a:t>Conception de l’API FastAPI</a:t>
            </a:r>
          </a:p>
        </p:txBody>
      </p:sp>
    </p:spTree>
    <p:extLst>
      <p:ext uri="{BB962C8B-B14F-4D97-AF65-F5344CB8AC3E}">
        <p14:creationId xmlns:p14="http://schemas.microsoft.com/office/powerpoint/2010/main" val="1378792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8FAAE786-6CE3-A619-0966-1C95C5C4B550}"/>
              </a:ext>
            </a:extLst>
          </p:cNvPr>
          <p:cNvSpPr>
            <a:spLocks noGrp="1"/>
          </p:cNvSpPr>
          <p:nvPr>
            <p:ph type="subTitle" idx="1"/>
          </p:nvPr>
        </p:nvSpPr>
        <p:spPr>
          <a:xfrm>
            <a:off x="265176" y="484632"/>
            <a:ext cx="7772400" cy="594360"/>
          </a:xfrm>
        </p:spPr>
        <p:txBody>
          <a:bodyPr/>
          <a:lstStyle/>
          <a:p>
            <a:endParaRPr lang="en-US"/>
          </a:p>
        </p:txBody>
      </p:sp>
      <p:sp>
        <p:nvSpPr>
          <p:cNvPr id="3" name="Title 2">
            <a:extLst>
              <a:ext uri="{FF2B5EF4-FFF2-40B4-BE49-F238E27FC236}">
                <a16:creationId xmlns:a16="http://schemas.microsoft.com/office/drawing/2014/main" id="{0B3CF6E5-D4F6-D015-D8A4-0AACC5C68B33}"/>
              </a:ext>
            </a:extLst>
          </p:cNvPr>
          <p:cNvSpPr>
            <a:spLocks noGrp="1"/>
          </p:cNvSpPr>
          <p:nvPr>
            <p:ph type="ctrTitle"/>
          </p:nvPr>
        </p:nvSpPr>
        <p:spPr>
          <a:xfrm>
            <a:off x="274320" y="1801368"/>
            <a:ext cx="7772400" cy="4572000"/>
          </a:xfrm>
        </p:spPr>
        <p:txBody>
          <a:bodyPr anchor="b">
            <a:normAutofit/>
          </a:bodyPr>
          <a:lstStyle/>
          <a:p>
            <a:r>
              <a:rPr lang="en-US"/>
              <a:t>Assurance Qualité &amp; Pipeline CI/CD</a:t>
            </a:r>
          </a:p>
        </p:txBody>
      </p:sp>
    </p:spTree>
    <p:extLst>
      <p:ext uri="{BB962C8B-B14F-4D97-AF65-F5344CB8AC3E}">
        <p14:creationId xmlns:p14="http://schemas.microsoft.com/office/powerpoint/2010/main" val="305178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Règles de conformité aux politiques dans l’entreprise">
            <a:extLst>
              <a:ext uri="{FF2B5EF4-FFF2-40B4-BE49-F238E27FC236}">
                <a16:creationId xmlns:a16="http://schemas.microsoft.com/office/drawing/2014/main" id="{99F091BB-F6D4-4759-99DB-3817E3D5583B}"/>
              </a:ext>
            </a:extLst>
          </p:cNvPr>
          <p:cNvPicPr>
            <a:picLocks noGrp="1" noChangeAspect="1"/>
          </p:cNvPicPr>
          <p:nvPr>
            <p:ph type="pic" sz="quarter" idx="13"/>
          </p:nvPr>
        </p:nvPicPr>
        <p:blipFill>
          <a:blip r:embed="rId3"/>
          <a:stretch/>
        </p:blipFill>
        <p:spPr>
          <a:xfrm>
            <a:off x="4761780" y="949164"/>
            <a:ext cx="7430219" cy="4959671"/>
          </a:xfrm>
        </p:spPr>
      </p:pic>
      <p:sp>
        <p:nvSpPr>
          <p:cNvPr id="5" name="Content Placeholder 4">
            <a:extLst>
              <a:ext uri="{FF2B5EF4-FFF2-40B4-BE49-F238E27FC236}">
                <a16:creationId xmlns:a16="http://schemas.microsoft.com/office/drawing/2014/main" id="{B7A38A10-D62F-FEF6-86BB-B385542927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lnSpc>
                <a:spcPct val="110000"/>
              </a:lnSpc>
              <a:spcBef>
                <a:spcPts val="2500"/>
              </a:spcBef>
              <a:spcAft>
                <a:spcPts val="600"/>
              </a:spcAft>
              <a:buFont typeface="Arial" panose="020B0604020202020204" pitchFamily="34" charset="0"/>
              <a:buNone/>
            </a:pPr>
            <a:r>
              <a:rPr lang="en-US" sz="1000" b="1"/>
              <a:t>Stratégie de tests automatisés</a:t>
            </a:r>
          </a:p>
          <a:p>
            <a:pPr marL="0" lvl="1" indent="0">
              <a:lnSpc>
                <a:spcPct val="110000"/>
              </a:lnSpc>
              <a:spcAft>
                <a:spcPts val="600"/>
              </a:spcAft>
              <a:buFont typeface="Arial" panose="020B0604020202020204" pitchFamily="34" charset="0"/>
              <a:buNone/>
            </a:pPr>
            <a:r>
              <a:rPr lang="en-US" sz="1000"/>
              <a:t>Une stratégie basée sur Pytest a été mise en place pour assurer des tests robustes et réduire les risques de déploiement.</a:t>
            </a:r>
          </a:p>
          <a:p>
            <a:pPr marL="0" lvl="0" indent="0">
              <a:lnSpc>
                <a:spcPct val="110000"/>
              </a:lnSpc>
              <a:spcBef>
                <a:spcPts val="2500"/>
              </a:spcBef>
              <a:spcAft>
                <a:spcPts val="600"/>
              </a:spcAft>
              <a:buFont typeface="Arial" panose="020B0604020202020204" pitchFamily="34" charset="0"/>
              <a:buNone/>
            </a:pPr>
            <a:r>
              <a:rPr lang="en-US" sz="1000" b="1"/>
              <a:t>Validation des endpoints clés</a:t>
            </a:r>
          </a:p>
          <a:p>
            <a:pPr marL="0" lvl="1" indent="0">
              <a:lnSpc>
                <a:spcPct val="110000"/>
              </a:lnSpc>
              <a:spcAft>
                <a:spcPts val="600"/>
              </a:spcAft>
              <a:buFont typeface="Arial" panose="020B0604020202020204" pitchFamily="34" charset="0"/>
              <a:buNone/>
            </a:pPr>
            <a:r>
              <a:rPr lang="en-US" sz="1000"/>
              <a:t>Les tests d’intégration garantissent le bon fonctionnement des endpoints essentiels comme /health et /predict après les mises à jour.</a:t>
            </a:r>
          </a:p>
          <a:p>
            <a:pPr marL="0" lvl="0" indent="0">
              <a:lnSpc>
                <a:spcPct val="110000"/>
              </a:lnSpc>
              <a:spcBef>
                <a:spcPts val="2500"/>
              </a:spcBef>
              <a:spcAft>
                <a:spcPts val="600"/>
              </a:spcAft>
              <a:buFont typeface="Arial" panose="020B0604020202020204" pitchFamily="34" charset="0"/>
              <a:buNone/>
            </a:pPr>
            <a:r>
              <a:rPr lang="en-US" sz="1000" b="1"/>
              <a:t>Tests de non-régression</a:t>
            </a:r>
          </a:p>
          <a:p>
            <a:pPr marL="0" lvl="1" indent="0">
              <a:lnSpc>
                <a:spcPct val="110000"/>
              </a:lnSpc>
              <a:spcAft>
                <a:spcPts val="600"/>
              </a:spcAft>
              <a:buFont typeface="Arial" panose="020B0604020202020204" pitchFamily="34" charset="0"/>
              <a:buNone/>
            </a:pPr>
            <a:r>
              <a:rPr lang="en-US" sz="1000"/>
              <a:t>Les tests unitaires assurent la cohérence des résultats du modèle malgré les modifications du code ou des dépendances.</a:t>
            </a:r>
          </a:p>
          <a:p>
            <a:pPr marL="0" lvl="0" indent="0">
              <a:lnSpc>
                <a:spcPct val="110000"/>
              </a:lnSpc>
              <a:spcBef>
                <a:spcPts val="2500"/>
              </a:spcBef>
              <a:spcAft>
                <a:spcPts val="600"/>
              </a:spcAft>
              <a:buFont typeface="Arial" panose="020B0604020202020204" pitchFamily="34" charset="0"/>
              <a:buNone/>
            </a:pPr>
            <a:r>
              <a:rPr lang="en-US" sz="1000" b="1"/>
              <a:t>Surveillance SLA de performance</a:t>
            </a:r>
          </a:p>
          <a:p>
            <a:pPr marL="0" lvl="1" indent="0">
              <a:lnSpc>
                <a:spcPct val="110000"/>
              </a:lnSpc>
              <a:spcAft>
                <a:spcPts val="600"/>
              </a:spcAft>
              <a:buFont typeface="Arial" panose="020B0604020202020204" pitchFamily="34" charset="0"/>
              <a:buNone/>
            </a:pPr>
            <a:r>
              <a:rPr lang="en-US" sz="1000"/>
              <a:t>Les tests mesurent le temps d’inférence pour garantir que chaque prédiction respecte le SLA strict de moins de 5 millisecondes.</a:t>
            </a:r>
          </a:p>
        </p:txBody>
      </p:sp>
      <p:sp>
        <p:nvSpPr>
          <p:cNvPr id="6" name="Title 5">
            <a:extLst>
              <a:ext uri="{FF2B5EF4-FFF2-40B4-BE49-F238E27FC236}">
                <a16:creationId xmlns:a16="http://schemas.microsoft.com/office/drawing/2014/main" id="{7AC4B930-5A63-0CD3-A29F-9C0F268783F9}"/>
              </a:ext>
            </a:extLst>
          </p:cNvPr>
          <p:cNvSpPr>
            <a:spLocks noGrp="1"/>
          </p:cNvSpPr>
          <p:nvPr>
            <p:ph type="title"/>
          </p:nvPr>
        </p:nvSpPr>
        <p:spPr>
          <a:xfrm>
            <a:off x="612648" y="583413"/>
            <a:ext cx="3401568" cy="1527048"/>
          </a:xfrm>
        </p:spPr>
        <p:txBody>
          <a:bodyPr anchor="b">
            <a:normAutofit/>
          </a:bodyPr>
          <a:lstStyle/>
          <a:p>
            <a:r>
              <a:rPr lang="en-US"/>
              <a:t>Tests Automatisés &amp; Respect du SLA</a:t>
            </a:r>
          </a:p>
        </p:txBody>
      </p:sp>
    </p:spTree>
    <p:extLst>
      <p:ext uri="{BB962C8B-B14F-4D97-AF65-F5344CB8AC3E}">
        <p14:creationId xmlns:p14="http://schemas.microsoft.com/office/powerpoint/2010/main" val="3169872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oncept de technologie et d’innovation">
            <a:extLst>
              <a:ext uri="{FF2B5EF4-FFF2-40B4-BE49-F238E27FC236}">
                <a16:creationId xmlns:a16="http://schemas.microsoft.com/office/drawing/2014/main" id="{DB9371DB-D0FD-4C03-A9D1-1019CD80AC4B}"/>
              </a:ext>
            </a:extLst>
          </p:cNvPr>
          <p:cNvPicPr>
            <a:picLocks noGrp="1" noChangeAspect="1"/>
          </p:cNvPicPr>
          <p:nvPr>
            <p:ph type="pic" sz="quarter" idx="13"/>
          </p:nvPr>
        </p:nvPicPr>
        <p:blipFill>
          <a:blip r:embed="rId3"/>
          <a:srcRect l="9230" r="9512"/>
          <a:stretch>
            <a:fillRect/>
          </a:stretch>
        </p:blipFill>
        <p:spPr>
          <a:xfrm>
            <a:off x="4761780" y="10"/>
            <a:ext cx="7430219" cy="6857990"/>
          </a:xfrm>
        </p:spPr>
      </p:pic>
      <p:sp>
        <p:nvSpPr>
          <p:cNvPr id="5" name="Content Placeholder 4">
            <a:extLst>
              <a:ext uri="{FF2B5EF4-FFF2-40B4-BE49-F238E27FC236}">
                <a16:creationId xmlns:a16="http://schemas.microsoft.com/office/drawing/2014/main" id="{ED01A025-D88D-7FDA-D93D-71171F38196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lnSpc>
                <a:spcPct val="110000"/>
              </a:lnSpc>
              <a:spcBef>
                <a:spcPts val="2500"/>
              </a:spcBef>
              <a:spcAft>
                <a:spcPts val="600"/>
              </a:spcAft>
              <a:buFont typeface="Arial" panose="020B0604020202020204" pitchFamily="34" charset="0"/>
              <a:buNone/>
            </a:pPr>
            <a:r>
              <a:rPr lang="en-US" sz="1000" b="1"/>
              <a:t>Intégration Continue Automatisée</a:t>
            </a:r>
          </a:p>
          <a:p>
            <a:pPr marL="0" lvl="1" indent="0">
              <a:lnSpc>
                <a:spcPct val="110000"/>
              </a:lnSpc>
              <a:spcAft>
                <a:spcPts val="600"/>
              </a:spcAft>
              <a:buFont typeface="Arial" panose="020B0604020202020204" pitchFamily="34" charset="0"/>
              <a:buNone/>
            </a:pPr>
            <a:r>
              <a:rPr lang="en-US" sz="1000"/>
              <a:t>L’intégration continue installe les dépendances, exécute le contrôle qualité et lance les tests à chaque modification de code.</a:t>
            </a:r>
          </a:p>
          <a:p>
            <a:pPr marL="0" lvl="0" indent="0">
              <a:lnSpc>
                <a:spcPct val="110000"/>
              </a:lnSpc>
              <a:spcBef>
                <a:spcPts val="2500"/>
              </a:spcBef>
              <a:spcAft>
                <a:spcPts val="600"/>
              </a:spcAft>
              <a:buFont typeface="Arial" panose="020B0604020202020204" pitchFamily="34" charset="0"/>
              <a:buNone/>
            </a:pPr>
            <a:r>
              <a:rPr lang="en-US" sz="1000" b="1"/>
              <a:t>Construction d’image Docker</a:t>
            </a:r>
          </a:p>
          <a:p>
            <a:pPr marL="0" lvl="1" indent="0">
              <a:lnSpc>
                <a:spcPct val="110000"/>
              </a:lnSpc>
              <a:spcAft>
                <a:spcPts val="600"/>
              </a:spcAft>
              <a:buFont typeface="Arial" panose="020B0604020202020204" pitchFamily="34" charset="0"/>
              <a:buNone/>
            </a:pPr>
            <a:r>
              <a:rPr lang="en-US" sz="1000"/>
              <a:t>Le pipeline construit automatiquement une image Docker intégrant l’application et le moteur d’inférence ONNX pour le déploiement standardisé.</a:t>
            </a:r>
          </a:p>
          <a:p>
            <a:pPr marL="0" lvl="0" indent="0">
              <a:lnSpc>
                <a:spcPct val="110000"/>
              </a:lnSpc>
              <a:spcBef>
                <a:spcPts val="2500"/>
              </a:spcBef>
              <a:spcAft>
                <a:spcPts val="600"/>
              </a:spcAft>
              <a:buFont typeface="Arial" panose="020B0604020202020204" pitchFamily="34" charset="0"/>
              <a:buNone/>
            </a:pPr>
            <a:r>
              <a:rPr lang="en-US" sz="1000" b="1"/>
              <a:t>Déploiement Continu Fiable</a:t>
            </a:r>
          </a:p>
          <a:p>
            <a:pPr marL="0" lvl="1" indent="0">
              <a:lnSpc>
                <a:spcPct val="110000"/>
              </a:lnSpc>
              <a:spcAft>
                <a:spcPts val="600"/>
              </a:spcAft>
              <a:buFont typeface="Arial" panose="020B0604020202020204" pitchFamily="34" charset="0"/>
              <a:buNone/>
            </a:pPr>
            <a:r>
              <a:rPr lang="en-US" sz="1000"/>
              <a:t>Le déploiement continu met à jour l’environnement sur Render après succès des validations, assurant fiabilité et rapidité.</a:t>
            </a:r>
          </a:p>
          <a:p>
            <a:pPr marL="0" lvl="0" indent="0">
              <a:lnSpc>
                <a:spcPct val="110000"/>
              </a:lnSpc>
              <a:spcBef>
                <a:spcPts val="2500"/>
              </a:spcBef>
              <a:spcAft>
                <a:spcPts val="600"/>
              </a:spcAft>
              <a:buFont typeface="Arial" panose="020B0604020202020204" pitchFamily="34" charset="0"/>
              <a:buNone/>
            </a:pPr>
            <a:r>
              <a:rPr lang="en-US" sz="1000" b="1"/>
              <a:t>Avantages clés du CI/CD</a:t>
            </a:r>
          </a:p>
          <a:p>
            <a:pPr marL="0" lvl="1" indent="0">
              <a:lnSpc>
                <a:spcPct val="110000"/>
              </a:lnSpc>
              <a:spcAft>
                <a:spcPts val="600"/>
              </a:spcAft>
              <a:buFont typeface="Arial" panose="020B0604020202020204" pitchFamily="34" charset="0"/>
              <a:buNone/>
            </a:pPr>
            <a:r>
              <a:rPr lang="en-US" sz="1000"/>
              <a:t>Cette automatisation réduit les erreurs humaines, accélère les mises à jour et améliore la gouvernance logicielle globale.</a:t>
            </a:r>
          </a:p>
        </p:txBody>
      </p:sp>
      <p:sp>
        <p:nvSpPr>
          <p:cNvPr id="6" name="Title 5">
            <a:extLst>
              <a:ext uri="{FF2B5EF4-FFF2-40B4-BE49-F238E27FC236}">
                <a16:creationId xmlns:a16="http://schemas.microsoft.com/office/drawing/2014/main" id="{EBE4274F-D39C-2384-7780-F929FCEE31C1}"/>
              </a:ext>
            </a:extLst>
          </p:cNvPr>
          <p:cNvSpPr>
            <a:spLocks noGrp="1"/>
          </p:cNvSpPr>
          <p:nvPr>
            <p:ph type="title"/>
          </p:nvPr>
        </p:nvSpPr>
        <p:spPr>
          <a:xfrm>
            <a:off x="612648" y="583413"/>
            <a:ext cx="3401568" cy="1527048"/>
          </a:xfrm>
        </p:spPr>
        <p:txBody>
          <a:bodyPr anchor="b">
            <a:normAutofit/>
          </a:bodyPr>
          <a:lstStyle/>
          <a:p>
            <a:r>
              <a:rPr lang="en-US"/>
              <a:t>Automatisation CI/CD avec GitHub Actions</a:t>
            </a:r>
          </a:p>
        </p:txBody>
      </p:sp>
    </p:spTree>
    <p:extLst>
      <p:ext uri="{BB962C8B-B14F-4D97-AF65-F5344CB8AC3E}">
        <p14:creationId xmlns:p14="http://schemas.microsoft.com/office/powerpoint/2010/main" val="26174946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AB862C3B-41C5-D12C-2C2B-5FFB019A44F7}"/>
              </a:ext>
            </a:extLst>
          </p:cNvPr>
          <p:cNvSpPr>
            <a:spLocks noGrp="1"/>
          </p:cNvSpPr>
          <p:nvPr>
            <p:ph type="subTitle" idx="1"/>
          </p:nvPr>
        </p:nvSpPr>
        <p:spPr>
          <a:xfrm>
            <a:off x="265176" y="484632"/>
            <a:ext cx="7772400" cy="594360"/>
          </a:xfrm>
        </p:spPr>
        <p:txBody>
          <a:bodyPr/>
          <a:lstStyle/>
          <a:p>
            <a:endParaRPr lang="en-US"/>
          </a:p>
        </p:txBody>
      </p:sp>
      <p:sp>
        <p:nvSpPr>
          <p:cNvPr id="3" name="Title 2">
            <a:extLst>
              <a:ext uri="{FF2B5EF4-FFF2-40B4-BE49-F238E27FC236}">
                <a16:creationId xmlns:a16="http://schemas.microsoft.com/office/drawing/2014/main" id="{3461A6C7-0233-1503-EAA2-2E5D329715A8}"/>
              </a:ext>
            </a:extLst>
          </p:cNvPr>
          <p:cNvSpPr>
            <a:spLocks noGrp="1"/>
          </p:cNvSpPr>
          <p:nvPr>
            <p:ph type="ctrTitle"/>
          </p:nvPr>
        </p:nvSpPr>
        <p:spPr>
          <a:xfrm>
            <a:off x="274320" y="1801368"/>
            <a:ext cx="7772400" cy="4572000"/>
          </a:xfrm>
        </p:spPr>
        <p:txBody>
          <a:bodyPr anchor="b">
            <a:normAutofit/>
          </a:bodyPr>
          <a:lstStyle/>
          <a:p>
            <a:r>
              <a:rPr lang="en-US"/>
              <a:t>Observabilité &amp; Monitoring du Data Drift</a:t>
            </a:r>
          </a:p>
        </p:txBody>
      </p:sp>
    </p:spTree>
    <p:extLst>
      <p:ext uri="{BB962C8B-B14F-4D97-AF65-F5344CB8AC3E}">
        <p14:creationId xmlns:p14="http://schemas.microsoft.com/office/powerpoint/2010/main" val="23449741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http://teekid.com/istockphoto/banner/banner3.jpg">
            <a:extLst>
              <a:ext uri="{FF2B5EF4-FFF2-40B4-BE49-F238E27FC236}">
                <a16:creationId xmlns:a16="http://schemas.microsoft.com/office/drawing/2014/main" id="{6684C1BE-BE5D-4A8F-B3B1-8841E5006B10}"/>
              </a:ext>
            </a:extLst>
          </p:cNvPr>
          <p:cNvPicPr>
            <a:picLocks noGrp="1" noChangeAspect="1"/>
          </p:cNvPicPr>
          <p:nvPr>
            <p:ph type="pic" sz="quarter" idx="13"/>
          </p:nvPr>
        </p:nvPicPr>
        <p:blipFill>
          <a:blip r:embed="rId3"/>
          <a:stretch/>
        </p:blipFill>
        <p:spPr>
          <a:xfrm>
            <a:off x="5047889" y="0"/>
            <a:ext cx="6858000" cy="6858000"/>
          </a:xfrm>
        </p:spPr>
      </p:pic>
      <p:sp>
        <p:nvSpPr>
          <p:cNvPr id="5" name="Content Placeholder 4">
            <a:extLst>
              <a:ext uri="{FF2B5EF4-FFF2-40B4-BE49-F238E27FC236}">
                <a16:creationId xmlns:a16="http://schemas.microsoft.com/office/drawing/2014/main" id="{4F015075-756D-D3EB-A7A2-D71C3EA9D69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spcBef>
                <a:spcPts val="2500"/>
              </a:spcBef>
              <a:spcAft>
                <a:spcPts val="600"/>
              </a:spcAft>
              <a:buFont typeface="Arial" panose="020B0604020202020204" pitchFamily="34" charset="0"/>
              <a:buNone/>
            </a:pPr>
            <a:r>
              <a:rPr lang="en-US" sz="1300" b="1"/>
              <a:t>Journalisation détaillée des requêtes</a:t>
            </a:r>
          </a:p>
          <a:p>
            <a:pPr marL="0" lvl="1" indent="0">
              <a:spcAft>
                <a:spcPts val="600"/>
              </a:spcAft>
              <a:buFont typeface="Arial" panose="020B0604020202020204" pitchFamily="34" charset="0"/>
              <a:buNone/>
            </a:pPr>
            <a:r>
              <a:rPr lang="en-US" sz="1300"/>
              <a:t>Chaque requête API est enregistrée avec horodatage, données d’entrée, prédiction et latence pour une analyse précise.</a:t>
            </a:r>
          </a:p>
          <a:p>
            <a:pPr marL="0" lvl="0" indent="0">
              <a:spcBef>
                <a:spcPts val="2500"/>
              </a:spcBef>
              <a:spcAft>
                <a:spcPts val="600"/>
              </a:spcAft>
              <a:buFont typeface="Arial" panose="020B0604020202020204" pitchFamily="34" charset="0"/>
              <a:buNone/>
            </a:pPr>
            <a:r>
              <a:rPr lang="en-US" sz="1300" b="1"/>
              <a:t>Simulation de trafic continu</a:t>
            </a:r>
          </a:p>
          <a:p>
            <a:pPr marL="0" lvl="1" indent="0">
              <a:spcAft>
                <a:spcPts val="600"/>
              </a:spcAft>
              <a:buFont typeface="Arial" panose="020B0604020202020204" pitchFamily="34" charset="0"/>
              <a:buNone/>
            </a:pPr>
            <a:r>
              <a:rPr lang="en-US" sz="1300"/>
              <a:t>Un script génère des requêtes en continu pour simuler la charge réelle et tester la performance du service.</a:t>
            </a:r>
          </a:p>
          <a:p>
            <a:pPr marL="0" lvl="0" indent="0">
              <a:spcBef>
                <a:spcPts val="2500"/>
              </a:spcBef>
              <a:spcAft>
                <a:spcPts val="600"/>
              </a:spcAft>
              <a:buFont typeface="Arial" panose="020B0604020202020204" pitchFamily="34" charset="0"/>
              <a:buNone/>
            </a:pPr>
            <a:r>
              <a:rPr lang="en-US" sz="1300" b="1"/>
              <a:t>Analyse et gouvernance</a:t>
            </a:r>
          </a:p>
          <a:p>
            <a:pPr marL="0" lvl="1" indent="0">
              <a:spcAft>
                <a:spcPts val="600"/>
              </a:spcAft>
              <a:buFont typeface="Arial" panose="020B0604020202020204" pitchFamily="34" charset="0"/>
              <a:buNone/>
            </a:pPr>
            <a:r>
              <a:rPr lang="en-US" sz="1300"/>
              <a:t>Les données collectées permettent d’analyser tendances, anomalies et changements pour une meilleure gouvernance opérationnelle.</a:t>
            </a:r>
          </a:p>
        </p:txBody>
      </p:sp>
      <p:sp>
        <p:nvSpPr>
          <p:cNvPr id="6" name="Title 5">
            <a:extLst>
              <a:ext uri="{FF2B5EF4-FFF2-40B4-BE49-F238E27FC236}">
                <a16:creationId xmlns:a16="http://schemas.microsoft.com/office/drawing/2014/main" id="{1414034C-4BA1-CC3D-AAD3-B26ADD6CD95A}"/>
              </a:ext>
            </a:extLst>
          </p:cNvPr>
          <p:cNvSpPr>
            <a:spLocks noGrp="1"/>
          </p:cNvSpPr>
          <p:nvPr>
            <p:ph type="title"/>
          </p:nvPr>
        </p:nvSpPr>
        <p:spPr>
          <a:xfrm>
            <a:off x="612648" y="583413"/>
            <a:ext cx="3401568" cy="1527048"/>
          </a:xfrm>
        </p:spPr>
        <p:txBody>
          <a:bodyPr anchor="b">
            <a:normAutofit/>
          </a:bodyPr>
          <a:lstStyle/>
          <a:p>
            <a:r>
              <a:rPr lang="en-US"/>
              <a:t>Stratégie de Logging &amp; Simulation</a:t>
            </a:r>
          </a:p>
        </p:txBody>
      </p:sp>
    </p:spTree>
    <p:extLst>
      <p:ext uri="{BB962C8B-B14F-4D97-AF65-F5344CB8AC3E}">
        <p14:creationId xmlns:p14="http://schemas.microsoft.com/office/powerpoint/2010/main" val="477399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Interface médicale du futur, un système de gestion des données médicales obtenues en scannant le réseau neuronal du cerveau humain. Grâce aux technologies modernes et à l’aide des réseaux de neurones, il est possible de faire des prédictions et de diagnostiquer des maladies à un stade précoce.">
            <a:extLst>
              <a:ext uri="{FF2B5EF4-FFF2-40B4-BE49-F238E27FC236}">
                <a16:creationId xmlns:a16="http://schemas.microsoft.com/office/drawing/2014/main" id="{8CCAF261-92A5-42E4-B18E-2837DC744BD8}"/>
              </a:ext>
            </a:extLst>
          </p:cNvPr>
          <p:cNvPicPr>
            <a:picLocks noGrp="1" noChangeAspect="1"/>
          </p:cNvPicPr>
          <p:nvPr>
            <p:ph type="pic" sz="quarter" idx="13"/>
          </p:nvPr>
        </p:nvPicPr>
        <p:blipFill>
          <a:blip r:embed="rId3"/>
          <a:stretch/>
        </p:blipFill>
        <p:spPr>
          <a:xfrm>
            <a:off x="4761780" y="1469280"/>
            <a:ext cx="7430219" cy="3919440"/>
          </a:xfrm>
        </p:spPr>
      </p:pic>
      <p:sp>
        <p:nvSpPr>
          <p:cNvPr id="5" name="Content Placeholder 4">
            <a:extLst>
              <a:ext uri="{FF2B5EF4-FFF2-40B4-BE49-F238E27FC236}">
                <a16:creationId xmlns:a16="http://schemas.microsoft.com/office/drawing/2014/main" id="{0A21E7DC-5DB8-3531-8C76-4149C155B79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lnSpc>
                <a:spcPct val="110000"/>
              </a:lnSpc>
              <a:spcBef>
                <a:spcPts val="2500"/>
              </a:spcBef>
              <a:spcAft>
                <a:spcPts val="600"/>
              </a:spcAft>
              <a:buFont typeface="Arial" panose="020B0604020202020204" pitchFamily="34" charset="0"/>
              <a:buNone/>
            </a:pPr>
            <a:r>
              <a:rPr lang="en-US" sz="1300" b="1"/>
              <a:t>Détection des dérives de données</a:t>
            </a:r>
          </a:p>
          <a:p>
            <a:pPr marL="0" lvl="1" indent="0">
              <a:lnSpc>
                <a:spcPct val="110000"/>
              </a:lnSpc>
              <a:spcAft>
                <a:spcPts val="600"/>
              </a:spcAft>
              <a:buFont typeface="Arial" panose="020B0604020202020204" pitchFamily="34" charset="0"/>
              <a:buNone/>
            </a:pPr>
            <a:r>
              <a:rPr lang="en-US" sz="1300"/>
              <a:t>Evidently AI compare les données historiques et de production pour identifier les dérives comme le Covariate Shift et le Target Drift.</a:t>
            </a:r>
          </a:p>
          <a:p>
            <a:pPr marL="0" lvl="0" indent="0">
              <a:lnSpc>
                <a:spcPct val="110000"/>
              </a:lnSpc>
              <a:spcBef>
                <a:spcPts val="2500"/>
              </a:spcBef>
              <a:spcAft>
                <a:spcPts val="600"/>
              </a:spcAft>
              <a:buFont typeface="Arial" panose="020B0604020202020204" pitchFamily="34" charset="0"/>
              <a:buNone/>
            </a:pPr>
            <a:r>
              <a:rPr lang="en-US" sz="1300" b="1"/>
              <a:t>Visualisation des écarts</a:t>
            </a:r>
          </a:p>
          <a:p>
            <a:pPr marL="0" lvl="1" indent="0">
              <a:lnSpc>
                <a:spcPct val="110000"/>
              </a:lnSpc>
              <a:spcAft>
                <a:spcPts val="600"/>
              </a:spcAft>
              <a:buFont typeface="Arial" panose="020B0604020202020204" pitchFamily="34" charset="0"/>
              <a:buNone/>
            </a:pPr>
            <a:r>
              <a:rPr lang="en-US" sz="1300"/>
              <a:t>Des rapports détaillés et histogrammes illustrent les changements significatifs dans les variables clés telles que le panier moyen.</a:t>
            </a:r>
          </a:p>
          <a:p>
            <a:pPr marL="0" lvl="0" indent="0">
              <a:lnSpc>
                <a:spcPct val="110000"/>
              </a:lnSpc>
              <a:spcBef>
                <a:spcPts val="2500"/>
              </a:spcBef>
              <a:spcAft>
                <a:spcPts val="600"/>
              </a:spcAft>
              <a:buFont typeface="Arial" panose="020B0604020202020204" pitchFamily="34" charset="0"/>
              <a:buNone/>
            </a:pPr>
            <a:r>
              <a:rPr lang="en-US" sz="1300" b="1"/>
              <a:t>Surveillance continue et avantages</a:t>
            </a:r>
          </a:p>
          <a:p>
            <a:pPr marL="0" lvl="1" indent="0">
              <a:lnSpc>
                <a:spcPct val="110000"/>
              </a:lnSpc>
              <a:spcAft>
                <a:spcPts val="600"/>
              </a:spcAft>
              <a:buFont typeface="Arial" panose="020B0604020202020204" pitchFamily="34" charset="0"/>
              <a:buNone/>
            </a:pPr>
            <a:r>
              <a:rPr lang="en-US" sz="1300"/>
              <a:t>La surveillance continue permet la détection précoce d’anomalies, améliore la fiabilité métier et anticipe les pertes de performance.</a:t>
            </a:r>
          </a:p>
        </p:txBody>
      </p:sp>
      <p:sp>
        <p:nvSpPr>
          <p:cNvPr id="6" name="Title 5">
            <a:extLst>
              <a:ext uri="{FF2B5EF4-FFF2-40B4-BE49-F238E27FC236}">
                <a16:creationId xmlns:a16="http://schemas.microsoft.com/office/drawing/2014/main" id="{4C1D206C-2C38-82DA-6BAF-051F6BC4D196}"/>
              </a:ext>
            </a:extLst>
          </p:cNvPr>
          <p:cNvSpPr>
            <a:spLocks noGrp="1"/>
          </p:cNvSpPr>
          <p:nvPr>
            <p:ph type="title"/>
          </p:nvPr>
        </p:nvSpPr>
        <p:spPr>
          <a:xfrm>
            <a:off x="612648" y="583413"/>
            <a:ext cx="3401568" cy="1527048"/>
          </a:xfrm>
        </p:spPr>
        <p:txBody>
          <a:bodyPr anchor="b">
            <a:normAutofit/>
          </a:bodyPr>
          <a:lstStyle/>
          <a:p>
            <a:r>
              <a:rPr lang="en-US"/>
              <a:t>Analyse du Data Drift avec Evidently AI</a:t>
            </a:r>
          </a:p>
        </p:txBody>
      </p:sp>
    </p:spTree>
    <p:extLst>
      <p:ext uri="{BB962C8B-B14F-4D97-AF65-F5344CB8AC3E}">
        <p14:creationId xmlns:p14="http://schemas.microsoft.com/office/powerpoint/2010/main" val="1550348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10326E20-F6A8-389C-EB73-114FF90AF1B3}"/>
              </a:ext>
            </a:extLst>
          </p:cNvPr>
          <p:cNvSpPr>
            <a:spLocks noGrp="1"/>
          </p:cNvSpPr>
          <p:nvPr>
            <p:ph type="subTitle" idx="1"/>
          </p:nvPr>
        </p:nvSpPr>
        <p:spPr>
          <a:xfrm>
            <a:off x="265176" y="484632"/>
            <a:ext cx="7772400" cy="594360"/>
          </a:xfrm>
        </p:spPr>
        <p:txBody>
          <a:bodyPr/>
          <a:lstStyle/>
          <a:p>
            <a:endParaRPr lang="en-US"/>
          </a:p>
        </p:txBody>
      </p:sp>
      <p:sp>
        <p:nvSpPr>
          <p:cNvPr id="3" name="Title 2">
            <a:extLst>
              <a:ext uri="{FF2B5EF4-FFF2-40B4-BE49-F238E27FC236}">
                <a16:creationId xmlns:a16="http://schemas.microsoft.com/office/drawing/2014/main" id="{93F7071F-7FE5-C980-9CFA-E47A8CD163D0}"/>
              </a:ext>
            </a:extLst>
          </p:cNvPr>
          <p:cNvSpPr>
            <a:spLocks noGrp="1"/>
          </p:cNvSpPr>
          <p:nvPr>
            <p:ph type="ctrTitle"/>
          </p:nvPr>
        </p:nvSpPr>
        <p:spPr>
          <a:xfrm>
            <a:off x="274320" y="1801368"/>
            <a:ext cx="7772400" cy="4572000"/>
          </a:xfrm>
        </p:spPr>
        <p:txBody>
          <a:bodyPr anchor="b">
            <a:normAutofit/>
          </a:bodyPr>
          <a:lstStyle/>
          <a:p>
            <a:r>
              <a:rPr lang="en-US"/>
              <a:t>Diagnostic MLOps &amp; Perspectives</a:t>
            </a:r>
          </a:p>
        </p:txBody>
      </p:sp>
    </p:spTree>
    <p:extLst>
      <p:ext uri="{BB962C8B-B14F-4D97-AF65-F5344CB8AC3E}">
        <p14:creationId xmlns:p14="http://schemas.microsoft.com/office/powerpoint/2010/main" val="25591248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ontexte du concept de solution de sécurité réseau cloud">
            <a:extLst>
              <a:ext uri="{FF2B5EF4-FFF2-40B4-BE49-F238E27FC236}">
                <a16:creationId xmlns:a16="http://schemas.microsoft.com/office/drawing/2014/main" id="{D7031236-CD91-4218-8487-8C2D39DFC7D8}"/>
              </a:ext>
            </a:extLst>
          </p:cNvPr>
          <p:cNvPicPr>
            <a:picLocks noGrp="1" noChangeAspect="1"/>
          </p:cNvPicPr>
          <p:nvPr>
            <p:ph type="pic" sz="quarter" idx="13"/>
          </p:nvPr>
        </p:nvPicPr>
        <p:blipFill>
          <a:blip r:embed="rId3"/>
          <a:srcRect l="16130" r="11549" b="-1"/>
          <a:stretch>
            <a:fillRect/>
          </a:stretch>
        </p:blipFill>
        <p:spPr>
          <a:xfrm>
            <a:off x="4761780" y="10"/>
            <a:ext cx="7430219" cy="6857990"/>
          </a:xfrm>
        </p:spPr>
      </p:pic>
      <p:sp>
        <p:nvSpPr>
          <p:cNvPr id="5" name="Content Placeholder 4">
            <a:extLst>
              <a:ext uri="{FF2B5EF4-FFF2-40B4-BE49-F238E27FC236}">
                <a16:creationId xmlns:a16="http://schemas.microsoft.com/office/drawing/2014/main" id="{75EB4D7E-BDFB-7DE1-B1D9-DE09AB1F267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775" y="2212975"/>
            <a:ext cx="3401568" cy="4095750"/>
          </a:xfrm>
        </p:spPr>
        <p:txBody>
          <a:bodyPr>
            <a:normAutofit/>
          </a:bodyPr>
          <a:lstStyle/>
          <a:p>
            <a:pPr marL="0" lvl="0" indent="0">
              <a:lnSpc>
                <a:spcPct val="110000"/>
              </a:lnSpc>
              <a:spcBef>
                <a:spcPts val="2500"/>
              </a:spcBef>
              <a:spcAft>
                <a:spcPts val="600"/>
              </a:spcAft>
              <a:buFont typeface="Arial" panose="020B0604020202020204" pitchFamily="34" charset="0"/>
              <a:buNone/>
            </a:pPr>
            <a:r>
              <a:rPr lang="en-US" sz="1100" b="1"/>
              <a:t>Diagnostic qualité des données</a:t>
            </a:r>
          </a:p>
          <a:p>
            <a:pPr marL="0" lvl="1" indent="0">
              <a:lnSpc>
                <a:spcPct val="110000"/>
              </a:lnSpc>
              <a:spcAft>
                <a:spcPts val="600"/>
              </a:spcAft>
              <a:buFont typeface="Arial" panose="020B0604020202020204" pitchFamily="34" charset="0"/>
              <a:buNone/>
            </a:pPr>
            <a:r>
              <a:rPr lang="en-US" sz="1100"/>
              <a:t>La première étape consiste à vérifier les flux ETL et la collecte pour éliminer les anomalies techniques.</a:t>
            </a:r>
          </a:p>
          <a:p>
            <a:pPr marL="0" lvl="0" indent="0">
              <a:lnSpc>
                <a:spcPct val="110000"/>
              </a:lnSpc>
              <a:spcBef>
                <a:spcPts val="2500"/>
              </a:spcBef>
              <a:spcAft>
                <a:spcPts val="600"/>
              </a:spcAft>
              <a:buFont typeface="Arial" panose="020B0604020202020204" pitchFamily="34" charset="0"/>
              <a:buNone/>
            </a:pPr>
            <a:r>
              <a:rPr lang="en-US" sz="1100" b="1"/>
              <a:t>Qualification métier</a:t>
            </a:r>
          </a:p>
          <a:p>
            <a:pPr marL="0" lvl="1" indent="0">
              <a:lnSpc>
                <a:spcPct val="110000"/>
              </a:lnSpc>
              <a:spcAft>
                <a:spcPts val="600"/>
              </a:spcAft>
              <a:buFont typeface="Arial" panose="020B0604020202020204" pitchFamily="34" charset="0"/>
              <a:buNone/>
            </a:pPr>
            <a:r>
              <a:rPr lang="en-US" sz="1100"/>
              <a:t>Analyser les changements pour distinguer saisonnalité normale et rupture structurelle réelle.</a:t>
            </a:r>
          </a:p>
          <a:p>
            <a:pPr marL="0" lvl="0" indent="0">
              <a:lnSpc>
                <a:spcPct val="110000"/>
              </a:lnSpc>
              <a:spcBef>
                <a:spcPts val="2500"/>
              </a:spcBef>
              <a:spcAft>
                <a:spcPts val="600"/>
              </a:spcAft>
              <a:buFont typeface="Arial" panose="020B0604020202020204" pitchFamily="34" charset="0"/>
              <a:buNone/>
            </a:pPr>
            <a:r>
              <a:rPr lang="en-US" sz="1100" b="1"/>
              <a:t>Réentraînement automatisé</a:t>
            </a:r>
          </a:p>
          <a:p>
            <a:pPr marL="0" lvl="1" indent="0">
              <a:lnSpc>
                <a:spcPct val="110000"/>
              </a:lnSpc>
              <a:spcAft>
                <a:spcPts val="600"/>
              </a:spcAft>
              <a:buFont typeface="Arial" panose="020B0604020202020204" pitchFamily="34" charset="0"/>
              <a:buNone/>
            </a:pPr>
            <a:r>
              <a:rPr lang="en-US" sz="1100"/>
              <a:t>Déclenchement automatique d’un pipeline pour reconstruire et valider le modèle avec de nouvelles données.</a:t>
            </a:r>
          </a:p>
          <a:p>
            <a:pPr marL="0" lvl="0" indent="0">
              <a:lnSpc>
                <a:spcPct val="110000"/>
              </a:lnSpc>
              <a:spcBef>
                <a:spcPts val="2500"/>
              </a:spcBef>
              <a:spcAft>
                <a:spcPts val="600"/>
              </a:spcAft>
              <a:buFont typeface="Arial" panose="020B0604020202020204" pitchFamily="34" charset="0"/>
              <a:buNone/>
            </a:pPr>
            <a:r>
              <a:rPr lang="en-US" sz="1100" b="1"/>
              <a:t>Améliorations MLOps</a:t>
            </a:r>
          </a:p>
          <a:p>
            <a:pPr marL="0" lvl="1" indent="0">
              <a:lnSpc>
                <a:spcPct val="110000"/>
              </a:lnSpc>
              <a:spcAft>
                <a:spcPts val="600"/>
              </a:spcAft>
              <a:buFont typeface="Arial" panose="020B0604020202020204" pitchFamily="34" charset="0"/>
              <a:buNone/>
            </a:pPr>
            <a:r>
              <a:rPr lang="en-US" sz="1100"/>
              <a:t>Centralisation des logs, alertes automatisées et quantification INT8 améliorent la performance globale.</a:t>
            </a:r>
          </a:p>
        </p:txBody>
      </p:sp>
      <p:sp>
        <p:nvSpPr>
          <p:cNvPr id="6" name="Title 5">
            <a:extLst>
              <a:ext uri="{FF2B5EF4-FFF2-40B4-BE49-F238E27FC236}">
                <a16:creationId xmlns:a16="http://schemas.microsoft.com/office/drawing/2014/main" id="{8D94A28C-FB43-086E-633F-4FE2E8E6CBAA}"/>
              </a:ext>
            </a:extLst>
          </p:cNvPr>
          <p:cNvSpPr>
            <a:spLocks noGrp="1"/>
          </p:cNvSpPr>
          <p:nvPr>
            <p:ph type="title"/>
          </p:nvPr>
        </p:nvSpPr>
        <p:spPr>
          <a:xfrm>
            <a:off x="612648" y="583413"/>
            <a:ext cx="3401568" cy="1527048"/>
          </a:xfrm>
        </p:spPr>
        <p:txBody>
          <a:bodyPr anchor="b">
            <a:normAutofit/>
          </a:bodyPr>
          <a:lstStyle/>
          <a:p>
            <a:r>
              <a:rPr lang="en-US"/>
              <a:t>Stratégie de Réponse au Drift &amp; Bilan</a:t>
            </a:r>
          </a:p>
        </p:txBody>
      </p:sp>
    </p:spTree>
    <p:extLst>
      <p:ext uri="{BB962C8B-B14F-4D97-AF65-F5344CB8AC3E}">
        <p14:creationId xmlns:p14="http://schemas.microsoft.com/office/powerpoint/2010/main" val="764704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Géométrique moderne">
  <a:themeElements>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 Geometric" id="{0E1CD7F2-19CE-45BE-8D2A-7019B57472D3}" vid="{4E79D9A4-2607-4418-B15D-7F5414432BA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themeOverride>
</file>

<file path=ppt/theme/themeOverride2.xml><?xml version="1.0" encoding="utf-8"?>
<a:themeOverride xmlns:a="http://schemas.openxmlformats.org/drawingml/2006/main">
  <a:clrScheme name="Custom 333">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themeOverride>
</file>

<file path=docProps/app.xml><?xml version="1.0" encoding="utf-8"?>
<Properties xmlns="http://schemas.openxmlformats.org/officeDocument/2006/extended-properties" xmlns:vt="http://schemas.openxmlformats.org/officeDocument/2006/docPropsVTypes">
  <TotalTime>1</TotalTime>
  <Words>3041</Words>
  <Application>Microsoft Office PowerPoint</Application>
  <PresentationFormat>Grand écran</PresentationFormat>
  <Paragraphs>131</Paragraphs>
  <Slides>16</Slides>
  <Notes>16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Arial</vt:lpstr>
      <vt:lpstr>Calibri</vt:lpstr>
      <vt:lpstr>Century Gothic</vt:lpstr>
      <vt:lpstr>Karla</vt:lpstr>
      <vt:lpstr>Univers Condensed Light</vt:lpstr>
      <vt:lpstr>Géométrique moderne</vt:lpstr>
      <vt:lpstr>Déploiement, Optimisation &amp; Industrialisation MLOps d'un Modèle de Scoring Client</vt:lpstr>
      <vt:lpstr>Contexte &amp; Problématique Métier</vt:lpstr>
      <vt:lpstr>Titre &amp; Introduction</vt:lpstr>
      <vt:lpstr>Le Besoin Métier &amp; Les Enjeux MLOps</vt:lpstr>
      <vt:lpstr>Architecture Technique &amp; Inférence Haute Performance</vt:lpstr>
      <vt:lpstr>Architecture Globale du Système</vt:lpstr>
      <vt:lpstr>Optimisation du Modèle : Passage vers ONNX</vt:lpstr>
      <vt:lpstr>Conception de l’API FastAPI</vt:lpstr>
      <vt:lpstr>Assurance Qualité &amp; Pipeline CI/CD</vt:lpstr>
      <vt:lpstr>Tests Automatisés &amp; Respect du SLA</vt:lpstr>
      <vt:lpstr>Automatisation CI/CD avec GitHub Actions</vt:lpstr>
      <vt:lpstr>Observabilité &amp; Monitoring du Data Drift</vt:lpstr>
      <vt:lpstr>Stratégie de Logging &amp; Simulation</vt:lpstr>
      <vt:lpstr>Analyse du Data Drift avec Evidently AI</vt:lpstr>
      <vt:lpstr>Diagnostic MLOps &amp; Perspectives</vt:lpstr>
      <vt:lpstr>Stratégie de Réponse au Drift &amp; Bilan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vincent.girardin@berner.fr</dc:creator>
  <cp:lastModifiedBy>Girardin, Vincent</cp:lastModifiedBy>
  <cp:revision>1</cp:revision>
  <dcterms:modified xsi:type="dcterms:W3CDTF">2026-07-30T17:42:00Z</dcterms:modified>
</cp:coreProperties>
</file>